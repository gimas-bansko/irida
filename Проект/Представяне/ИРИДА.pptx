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0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717" r:id="rId4"/>
  </p:sldMasterIdLst>
  <p:notesMasterIdLst>
    <p:notesMasterId r:id="rId17"/>
  </p:notesMasterIdLst>
  <p:handoutMasterIdLst>
    <p:handoutMasterId r:id="rId18"/>
  </p:handoutMasterIdLst>
  <p:sldIdLst>
    <p:sldId id="258" r:id="rId5"/>
    <p:sldId id="295" r:id="rId6"/>
    <p:sldId id="293" r:id="rId7"/>
    <p:sldId id="296" r:id="rId8"/>
    <p:sldId id="297" r:id="rId9"/>
    <p:sldId id="298" r:id="rId10"/>
    <p:sldId id="263" r:id="rId11"/>
    <p:sldId id="284" r:id="rId12"/>
    <p:sldId id="267" r:id="rId13"/>
    <p:sldId id="287" r:id="rId14"/>
    <p:sldId id="294" r:id="rId15"/>
    <p:sldId id="29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/>
    </p:ext>
    <p:ext uri="{2D200454-40CA-4A62-9FC3-DE9A4176ACB9}">
      <p15:notesGuideLst xmlns:p15="http://schemas.microsoft.com/office/powerpoint/2012/main" xmlns="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68527" autoAdjust="0"/>
  </p:normalViewPr>
  <p:slideViewPr>
    <p:cSldViewPr snapToGrid="0">
      <p:cViewPr varScale="1">
        <p:scale>
          <a:sx n="76" d="100"/>
          <a:sy n="76" d="100"/>
        </p:scale>
        <p:origin x="-1790" y="-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50" d="100"/>
          <a:sy n="50" d="100"/>
        </p:scale>
        <p:origin x="3403" y="33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svg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diagrams/_rels/data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5.pn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svg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diagrams/_rels/drawing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5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9082322-65D9-4EF8-8969-CB4FCD55B155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A9820DA-81FE-4A14-B0EA-B65CD7161892}">
      <dgm:prSet/>
      <dgm:spPr/>
      <dgm:t>
        <a:bodyPr/>
        <a:lstStyle/>
        <a:p>
          <a:pPr algn="ctr">
            <a:lnSpc>
              <a:spcPct val="100000"/>
            </a:lnSpc>
            <a:defRPr cap="all"/>
          </a:pPr>
          <a:r>
            <a:rPr lang="bg-BG" dirty="0" smtClean="0"/>
            <a:t>Съвременен и адаптивен подход</a:t>
          </a:r>
          <a:endParaRPr lang="en-US" dirty="0"/>
        </a:p>
      </dgm:t>
    </dgm:pt>
    <dgm:pt modelId="{7D86F940-3817-4F21-B70B-CDF9B2814FB6}" type="parTrans" cxnId="{23140E73-5C02-4E29-B677-CB0A65051E68}">
      <dgm:prSet/>
      <dgm:spPr/>
      <dgm:t>
        <a:bodyPr/>
        <a:lstStyle/>
        <a:p>
          <a:endParaRPr lang="en-US"/>
        </a:p>
      </dgm:t>
    </dgm:pt>
    <dgm:pt modelId="{A13B1399-C402-4A65-805A-4077B73F704E}" type="sibTrans" cxnId="{23140E73-5C02-4E29-B677-CB0A65051E68}">
      <dgm:prSet/>
      <dgm:spPr/>
      <dgm:t>
        <a:bodyPr/>
        <a:lstStyle/>
        <a:p>
          <a:endParaRPr lang="en-US"/>
        </a:p>
      </dgm:t>
    </dgm:pt>
    <dgm:pt modelId="{85CCB2CB-9E68-4B2C-9F1E-50CA45F3F484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ru-RU" dirty="0" smtClean="0"/>
            <a:t>Ясна приоритизация на учебното съдържание</a:t>
          </a:r>
          <a:endParaRPr lang="en-US" dirty="0"/>
        </a:p>
      </dgm:t>
    </dgm:pt>
    <dgm:pt modelId="{89638BAF-E3B3-4EC2-AD89-CF04956EB1D9}" type="parTrans" cxnId="{30268320-F02B-4006-B150-097885F597AB}">
      <dgm:prSet/>
      <dgm:spPr/>
      <dgm:t>
        <a:bodyPr/>
        <a:lstStyle/>
        <a:p>
          <a:endParaRPr lang="en-US"/>
        </a:p>
      </dgm:t>
    </dgm:pt>
    <dgm:pt modelId="{EC882073-29DC-49E2-8D0C-CE87001FF601}" type="sibTrans" cxnId="{30268320-F02B-4006-B150-097885F597AB}">
      <dgm:prSet/>
      <dgm:spPr/>
      <dgm:t>
        <a:bodyPr/>
        <a:lstStyle/>
        <a:p>
          <a:endParaRPr lang="en-US"/>
        </a:p>
      </dgm:t>
    </dgm:pt>
    <dgm:pt modelId="{438D9AB5-4B71-4E86-91B8-CCD3C6E465FA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bg-BG" dirty="0" smtClean="0"/>
            <a:t>Включване на практически казуси и технологии</a:t>
          </a:r>
          <a:endParaRPr lang="en-US" dirty="0"/>
        </a:p>
      </dgm:t>
    </dgm:pt>
    <dgm:pt modelId="{0990FD5A-F3E8-49F8-AD75-18A09DFB88C9}" type="parTrans" cxnId="{B349604F-E5CF-4B20-9A83-A1E8837EECEE}">
      <dgm:prSet/>
      <dgm:spPr/>
      <dgm:t>
        <a:bodyPr/>
        <a:lstStyle/>
        <a:p>
          <a:endParaRPr lang="en-US"/>
        </a:p>
      </dgm:t>
    </dgm:pt>
    <dgm:pt modelId="{3E2CAA1F-C879-4840-8802-68DBCC5220D2}" type="sibTrans" cxnId="{B349604F-E5CF-4B20-9A83-A1E8837EECEE}">
      <dgm:prSet/>
      <dgm:spPr/>
      <dgm:t>
        <a:bodyPr/>
        <a:lstStyle/>
        <a:p>
          <a:endParaRPr lang="en-US"/>
        </a:p>
      </dgm:t>
    </dgm:pt>
    <dgm:pt modelId="{9248FD18-E683-4541-9EB2-A0B551436FFB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bg-BG" dirty="0" smtClean="0"/>
            <a:t>Екипна работа и постоянна обратна връзка</a:t>
          </a:r>
          <a:endParaRPr lang="en-US" dirty="0"/>
        </a:p>
      </dgm:t>
    </dgm:pt>
    <dgm:pt modelId="{925B2FF4-17B9-40B4-A5F2-C21ED5F20620}" type="parTrans" cxnId="{94C77C83-4E62-41E8-BBFF-3A926E5F2A54}">
      <dgm:prSet/>
      <dgm:spPr/>
      <dgm:t>
        <a:bodyPr/>
        <a:lstStyle/>
        <a:p>
          <a:endParaRPr lang="en-US"/>
        </a:p>
      </dgm:t>
    </dgm:pt>
    <dgm:pt modelId="{B62A2653-BEB5-458F-B551-D0A4AA3032AA}" type="sibTrans" cxnId="{94C77C83-4E62-41E8-BBFF-3A926E5F2A54}">
      <dgm:prSet/>
      <dgm:spPr/>
      <dgm:t>
        <a:bodyPr/>
        <a:lstStyle/>
        <a:p>
          <a:endParaRPr lang="en-US"/>
        </a:p>
      </dgm:t>
    </dgm:pt>
    <dgm:pt modelId="{5F6296FB-6623-49F0-A37B-32D5293F3A75}" type="pres">
      <dgm:prSet presAssocID="{A9082322-65D9-4EF8-8969-CB4FCD55B155}" presName="root" presStyleCnt="0">
        <dgm:presLayoutVars>
          <dgm:dir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85DA380E-3FD6-4279-8ECB-35FD817107C7}" type="pres">
      <dgm:prSet presAssocID="{FA9820DA-81FE-4A14-B0EA-B65CD7161892}" presName="compNode" presStyleCnt="0"/>
      <dgm:spPr/>
    </dgm:pt>
    <dgm:pt modelId="{E5D0A7DB-F870-4289-A176-74DC8634D49F}" type="pres">
      <dgm:prSet presAssocID="{FA9820DA-81FE-4A14-B0EA-B65CD7161892}" presName="iconBgRect" presStyleLbl="bgShp" presStyleIdx="0" presStyleCnt="4"/>
      <dgm:spPr/>
    </dgm:pt>
    <dgm:pt modelId="{926532A6-7EC2-48FB-9700-1C2608E2063C}" type="pres">
      <dgm:prSet presAssocID="{FA9820DA-81FE-4A14-B0EA-B65CD7161892}" presName="iconRect" presStyleLbl="node1" presStyleIdx="0" presStyleCnt="4"/>
      <dgm:spPr>
        <a:blipFill rotWithShape="1">
          <a:blip xmlns:r="http://schemas.openxmlformats.org/officeDocument/2006/relationships" r:embed="rId1"/>
          <a:stretch>
            <a:fillRect/>
          </a:stretch>
        </a:blipFill>
        <a:ln>
          <a:noFill/>
        </a:ln>
      </dgm:spPr>
      <dgm:t>
        <a:bodyPr/>
        <a:lstStyle/>
        <a:p>
          <a:endParaRPr lang="en-US"/>
        </a:p>
      </dgm:t>
      <dgm:extLst/>
    </dgm:pt>
    <dgm:pt modelId="{51E7910C-A987-431D-A3B3-AFE18209A9A2}" type="pres">
      <dgm:prSet presAssocID="{FA9820DA-81FE-4A14-B0EA-B65CD7161892}" presName="spaceRect" presStyleCnt="0"/>
      <dgm:spPr/>
    </dgm:pt>
    <dgm:pt modelId="{7ECCB9B7-3229-4D84-88AF-537C55717936}" type="pres">
      <dgm:prSet presAssocID="{FA9820DA-81FE-4A14-B0EA-B65CD7161892}" presName="textRect" presStyleLbl="revTx" presStyleIdx="0" presStyleCnt="4">
        <dgm:presLayoutVars>
          <dgm:chMax val="1"/>
          <dgm:chPref val="1"/>
        </dgm:presLayoutVars>
      </dgm:prSet>
      <dgm:spPr/>
      <dgm:t>
        <a:bodyPr/>
        <a:lstStyle/>
        <a:p>
          <a:endParaRPr lang="en-US"/>
        </a:p>
      </dgm:t>
    </dgm:pt>
    <dgm:pt modelId="{31C29FDC-4EAC-421C-85D7-75F0109DA069}" type="pres">
      <dgm:prSet presAssocID="{A13B1399-C402-4A65-805A-4077B73F704E}" presName="sibTrans" presStyleCnt="0"/>
      <dgm:spPr/>
    </dgm:pt>
    <dgm:pt modelId="{BB66529C-2270-4196-BFCB-71AF1BBE96EB}" type="pres">
      <dgm:prSet presAssocID="{85CCB2CB-9E68-4B2C-9F1E-50CA45F3F484}" presName="compNode" presStyleCnt="0"/>
      <dgm:spPr/>
    </dgm:pt>
    <dgm:pt modelId="{3EC02099-2D14-4F0B-98D2-969D1935C96B}" type="pres">
      <dgm:prSet presAssocID="{85CCB2CB-9E68-4B2C-9F1E-50CA45F3F484}" presName="iconBgRect" presStyleLbl="bgShp" presStyleIdx="1" presStyleCnt="4"/>
      <dgm:spPr/>
    </dgm:pt>
    <dgm:pt modelId="{F7C6369C-F074-481D-877F-C3CA1C8B2601}" type="pres">
      <dgm:prSet presAssocID="{85CCB2CB-9E68-4B2C-9F1E-50CA45F3F484}" presName="iconRect" presStyleLbl="node1" presStyleIdx="1" presStyleCnt="4"/>
      <dgm:spPr>
        <a:blipFill rotWithShape="1">
          <a:blip xmlns:r="http://schemas.openxmlformats.org/officeDocument/2006/relationships" r:embed="rId1"/>
          <a:stretch>
            <a:fillRect/>
          </a:stretch>
        </a:blipFill>
        <a:ln>
          <a:noFill/>
        </a:ln>
      </dgm:spPr>
      <dgm:t>
        <a:bodyPr/>
        <a:lstStyle/>
        <a:p>
          <a:endParaRPr lang="en-US"/>
        </a:p>
      </dgm:t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90F176AB-80FF-420F-BF88-679C99DC0526}" type="pres">
      <dgm:prSet presAssocID="{85CCB2CB-9E68-4B2C-9F1E-50CA45F3F484}" presName="spaceRect" presStyleCnt="0"/>
      <dgm:spPr/>
    </dgm:pt>
    <dgm:pt modelId="{2E1E48B1-231B-40EC-9DEB-E9C62DB9B354}" type="pres">
      <dgm:prSet presAssocID="{85CCB2CB-9E68-4B2C-9F1E-50CA45F3F484}" presName="textRect" presStyleLbl="revTx" presStyleIdx="1" presStyleCnt="4">
        <dgm:presLayoutVars>
          <dgm:chMax val="1"/>
          <dgm:chPref val="1"/>
        </dgm:presLayoutVars>
      </dgm:prSet>
      <dgm:spPr/>
      <dgm:t>
        <a:bodyPr/>
        <a:lstStyle/>
        <a:p>
          <a:endParaRPr lang="en-US"/>
        </a:p>
      </dgm:t>
    </dgm:pt>
    <dgm:pt modelId="{40F320B4-3B2A-499E-8008-E3C845BE8529}" type="pres">
      <dgm:prSet presAssocID="{EC882073-29DC-49E2-8D0C-CE87001FF601}" presName="sibTrans" presStyleCnt="0"/>
      <dgm:spPr/>
    </dgm:pt>
    <dgm:pt modelId="{97C7AAAE-BF17-4136-8CB3-3B81D8C1FB63}" type="pres">
      <dgm:prSet presAssocID="{438D9AB5-4B71-4E86-91B8-CCD3C6E465FA}" presName="compNode" presStyleCnt="0"/>
      <dgm:spPr/>
    </dgm:pt>
    <dgm:pt modelId="{3B05B3D7-3CA4-4213-988D-5520E9FCAC06}" type="pres">
      <dgm:prSet presAssocID="{438D9AB5-4B71-4E86-91B8-CCD3C6E465FA}" presName="iconBgRect" presStyleLbl="bgShp" presStyleIdx="2" presStyleCnt="4"/>
      <dgm:spPr/>
    </dgm:pt>
    <dgm:pt modelId="{D20C6F1C-67EB-49A3-8A6A-77FE6F4E2581}" type="pres">
      <dgm:prSet presAssocID="{438D9AB5-4B71-4E86-91B8-CCD3C6E465FA}" presName="iconRect" presStyleLbl="node1" presStyleIdx="2" presStyleCnt="4"/>
      <dgm:spPr>
        <a:blipFill rotWithShape="1">
          <a:blip xmlns:r="http://schemas.openxmlformats.org/officeDocument/2006/relationships" r:embed="rId1"/>
          <a:stretch>
            <a:fillRect/>
          </a:stretch>
        </a:blipFill>
        <a:ln>
          <a:noFill/>
        </a:ln>
      </dgm:spPr>
      <dgm:t>
        <a:bodyPr/>
        <a:lstStyle/>
        <a:p>
          <a:endParaRPr lang="en-US"/>
        </a:p>
      </dgm:t>
      <dgm:extLst>
        <a:ext uri="{E40237B7-FDA0-4F09-8148-C483321AD2D9}">
          <dgm14:cNvPr xmlns:dgm14="http://schemas.microsoft.com/office/drawing/2010/diagram" id="0" name="" descr="Wind Chime"/>
        </a:ext>
      </dgm:extLst>
    </dgm:pt>
    <dgm:pt modelId="{960854BB-8EB9-47EF-9355-8D47AD054958}" type="pres">
      <dgm:prSet presAssocID="{438D9AB5-4B71-4E86-91B8-CCD3C6E465FA}" presName="spaceRect" presStyleCnt="0"/>
      <dgm:spPr/>
    </dgm:pt>
    <dgm:pt modelId="{74A5C5D9-1529-4C00-8952-5702A3EBEB99}" type="pres">
      <dgm:prSet presAssocID="{438D9AB5-4B71-4E86-91B8-CCD3C6E465FA}" presName="textRect" presStyleLbl="revTx" presStyleIdx="2" presStyleCnt="4">
        <dgm:presLayoutVars>
          <dgm:chMax val="1"/>
          <dgm:chPref val="1"/>
        </dgm:presLayoutVars>
      </dgm:prSet>
      <dgm:spPr/>
      <dgm:t>
        <a:bodyPr/>
        <a:lstStyle/>
        <a:p>
          <a:endParaRPr lang="en-US"/>
        </a:p>
      </dgm:t>
    </dgm:pt>
    <dgm:pt modelId="{3131E9F9-356B-4609-AC65-F2A855C818FA}" type="pres">
      <dgm:prSet presAssocID="{3E2CAA1F-C879-4840-8802-68DBCC5220D2}" presName="sibTrans" presStyleCnt="0"/>
      <dgm:spPr/>
    </dgm:pt>
    <dgm:pt modelId="{D8743F52-E4D6-4D15-838C-369E27080496}" type="pres">
      <dgm:prSet presAssocID="{9248FD18-E683-4541-9EB2-A0B551436FFB}" presName="compNode" presStyleCnt="0"/>
      <dgm:spPr/>
    </dgm:pt>
    <dgm:pt modelId="{CB636E1E-A841-49EB-A5DF-AEA92F5B90A0}" type="pres">
      <dgm:prSet presAssocID="{9248FD18-E683-4541-9EB2-A0B551436FFB}" presName="iconBgRect" presStyleLbl="bgShp" presStyleIdx="3" presStyleCnt="4"/>
      <dgm:spPr/>
      <dgm:t>
        <a:bodyPr/>
        <a:lstStyle/>
        <a:p>
          <a:endParaRPr lang="en-US"/>
        </a:p>
      </dgm:t>
    </dgm:pt>
    <dgm:pt modelId="{59D6C5FB-B8FF-4B57-B22D-AEAC08728B7D}" type="pres">
      <dgm:prSet presAssocID="{9248FD18-E683-4541-9EB2-A0B551436FFB}" presName="iconRect" presStyleLbl="node1" presStyleIdx="3" presStyleCnt="4"/>
      <dgm:spPr>
        <a:blipFill>
          <a:blip xmlns:r="http://schemas.openxmlformats.org/officeDocument/2006/relationships"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xmlns="" r:embed="rId8"/>
              </a:ext>
            </a:extLst>
          </a:blip>
          <a:stretch>
            <a:fillRect/>
          </a:stretch>
        </a:blipFill>
        <a:ln>
          <a:noFill/>
        </a:ln>
      </dgm:spPr>
      <dgm:t>
        <a:bodyPr/>
        <a:lstStyle/>
        <a:p>
          <a:endParaRPr lang="en-US"/>
        </a:p>
      </dgm:t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03EF90FF-C7D4-4034-8D59-1D749DDA41F9}" type="pres">
      <dgm:prSet presAssocID="{9248FD18-E683-4541-9EB2-A0B551436FFB}" presName="spaceRect" presStyleCnt="0"/>
      <dgm:spPr/>
    </dgm:pt>
    <dgm:pt modelId="{8E2D07B9-A1AB-4FA9-8A07-1D52AC3E3ADB}" type="pres">
      <dgm:prSet presAssocID="{9248FD18-E683-4541-9EB2-A0B551436FFB}" presName="textRect" presStyleLbl="revTx" presStyleIdx="3" presStyleCnt="4">
        <dgm:presLayoutVars>
          <dgm:chMax val="1"/>
          <dgm:chPref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3928EBAB-04A1-4240-8E73-7CC5509250D4}" type="presOf" srcId="{438D9AB5-4B71-4E86-91B8-CCD3C6E465FA}" destId="{74A5C5D9-1529-4C00-8952-5702A3EBEB99}" srcOrd="0" destOrd="0" presId="urn:microsoft.com/office/officeart/2018/5/layout/IconCircleLabelList"/>
    <dgm:cxn modelId="{F6E91711-457D-4C3A-BAE0-58FEF02D3010}" type="presOf" srcId="{9248FD18-E683-4541-9EB2-A0B551436FFB}" destId="{8E2D07B9-A1AB-4FA9-8A07-1D52AC3E3ADB}" srcOrd="0" destOrd="0" presId="urn:microsoft.com/office/officeart/2018/5/layout/IconCircleLabelList"/>
    <dgm:cxn modelId="{30268320-F02B-4006-B150-097885F597AB}" srcId="{A9082322-65D9-4EF8-8969-CB4FCD55B155}" destId="{85CCB2CB-9E68-4B2C-9F1E-50CA45F3F484}" srcOrd="1" destOrd="0" parTransId="{89638BAF-E3B3-4EC2-AD89-CF04956EB1D9}" sibTransId="{EC882073-29DC-49E2-8D0C-CE87001FF601}"/>
    <dgm:cxn modelId="{94C77C83-4E62-41E8-BBFF-3A926E5F2A54}" srcId="{A9082322-65D9-4EF8-8969-CB4FCD55B155}" destId="{9248FD18-E683-4541-9EB2-A0B551436FFB}" srcOrd="3" destOrd="0" parTransId="{925B2FF4-17B9-40B4-A5F2-C21ED5F20620}" sibTransId="{B62A2653-BEB5-458F-B551-D0A4AA3032AA}"/>
    <dgm:cxn modelId="{23140E73-5C02-4E29-B677-CB0A65051E68}" srcId="{A9082322-65D9-4EF8-8969-CB4FCD55B155}" destId="{FA9820DA-81FE-4A14-B0EA-B65CD7161892}" srcOrd="0" destOrd="0" parTransId="{7D86F940-3817-4F21-B70B-CDF9B2814FB6}" sibTransId="{A13B1399-C402-4A65-805A-4077B73F704E}"/>
    <dgm:cxn modelId="{E3E2B8B4-605D-4B42-BDED-255AB0E3103D}" type="presOf" srcId="{FA9820DA-81FE-4A14-B0EA-B65CD7161892}" destId="{7ECCB9B7-3229-4D84-88AF-537C55717936}" srcOrd="0" destOrd="0" presId="urn:microsoft.com/office/officeart/2018/5/layout/IconCircleLabelList"/>
    <dgm:cxn modelId="{B349604F-E5CF-4B20-9A83-A1E8837EECEE}" srcId="{A9082322-65D9-4EF8-8969-CB4FCD55B155}" destId="{438D9AB5-4B71-4E86-91B8-CCD3C6E465FA}" srcOrd="2" destOrd="0" parTransId="{0990FD5A-F3E8-49F8-AD75-18A09DFB88C9}" sibTransId="{3E2CAA1F-C879-4840-8802-68DBCC5220D2}"/>
    <dgm:cxn modelId="{E52E2580-A2A2-41C6-9C23-44EBAFEADA93}" type="presOf" srcId="{A9082322-65D9-4EF8-8969-CB4FCD55B155}" destId="{5F6296FB-6623-49F0-A37B-32D5293F3A75}" srcOrd="0" destOrd="0" presId="urn:microsoft.com/office/officeart/2018/5/layout/IconCircleLabelList"/>
    <dgm:cxn modelId="{D1061536-E86B-4197-AB33-83869653E5A4}" type="presOf" srcId="{85CCB2CB-9E68-4B2C-9F1E-50CA45F3F484}" destId="{2E1E48B1-231B-40EC-9DEB-E9C62DB9B354}" srcOrd="0" destOrd="0" presId="urn:microsoft.com/office/officeart/2018/5/layout/IconCircleLabelList"/>
    <dgm:cxn modelId="{E9B6D60B-EE8A-4E87-8A00-D8E904FC0544}" type="presParOf" srcId="{5F6296FB-6623-49F0-A37B-32D5293F3A75}" destId="{85DA380E-3FD6-4279-8ECB-35FD817107C7}" srcOrd="0" destOrd="0" presId="urn:microsoft.com/office/officeart/2018/5/layout/IconCircleLabelList"/>
    <dgm:cxn modelId="{B0F87955-5377-4F1D-8921-88E53579D482}" type="presParOf" srcId="{85DA380E-3FD6-4279-8ECB-35FD817107C7}" destId="{E5D0A7DB-F870-4289-A176-74DC8634D49F}" srcOrd="0" destOrd="0" presId="urn:microsoft.com/office/officeart/2018/5/layout/IconCircleLabelList"/>
    <dgm:cxn modelId="{0CBE1D9D-C93C-40F8-B710-76BF1DE224D9}" type="presParOf" srcId="{85DA380E-3FD6-4279-8ECB-35FD817107C7}" destId="{926532A6-7EC2-48FB-9700-1C2608E2063C}" srcOrd="1" destOrd="0" presId="urn:microsoft.com/office/officeart/2018/5/layout/IconCircleLabelList"/>
    <dgm:cxn modelId="{AB1A43E9-7456-48D3-88B2-52C2ADBF9E09}" type="presParOf" srcId="{85DA380E-3FD6-4279-8ECB-35FD817107C7}" destId="{51E7910C-A987-431D-A3B3-AFE18209A9A2}" srcOrd="2" destOrd="0" presId="urn:microsoft.com/office/officeart/2018/5/layout/IconCircleLabelList"/>
    <dgm:cxn modelId="{6080838C-CA5D-4505-A6F2-92051A3DEB22}" type="presParOf" srcId="{85DA380E-3FD6-4279-8ECB-35FD817107C7}" destId="{7ECCB9B7-3229-4D84-88AF-537C55717936}" srcOrd="3" destOrd="0" presId="urn:microsoft.com/office/officeart/2018/5/layout/IconCircleLabelList"/>
    <dgm:cxn modelId="{D5262C0E-799D-47C5-8514-639D9EA5D21D}" type="presParOf" srcId="{5F6296FB-6623-49F0-A37B-32D5293F3A75}" destId="{31C29FDC-4EAC-421C-85D7-75F0109DA069}" srcOrd="1" destOrd="0" presId="urn:microsoft.com/office/officeart/2018/5/layout/IconCircleLabelList"/>
    <dgm:cxn modelId="{C1FD4445-8252-449D-A9A3-29D325ED309C}" type="presParOf" srcId="{5F6296FB-6623-49F0-A37B-32D5293F3A75}" destId="{BB66529C-2270-4196-BFCB-71AF1BBE96EB}" srcOrd="2" destOrd="0" presId="urn:microsoft.com/office/officeart/2018/5/layout/IconCircleLabelList"/>
    <dgm:cxn modelId="{930D56C5-D09E-4419-BE3B-6FA1D45629A4}" type="presParOf" srcId="{BB66529C-2270-4196-BFCB-71AF1BBE96EB}" destId="{3EC02099-2D14-4F0B-98D2-969D1935C96B}" srcOrd="0" destOrd="0" presId="urn:microsoft.com/office/officeart/2018/5/layout/IconCircleLabelList"/>
    <dgm:cxn modelId="{DB603AA3-2F43-4AD4-AAA1-B7BED4D41E3F}" type="presParOf" srcId="{BB66529C-2270-4196-BFCB-71AF1BBE96EB}" destId="{F7C6369C-F074-481D-877F-C3CA1C8B2601}" srcOrd="1" destOrd="0" presId="urn:microsoft.com/office/officeart/2018/5/layout/IconCircleLabelList"/>
    <dgm:cxn modelId="{2A54E254-47AA-4B6C-BD71-C810A1EA7384}" type="presParOf" srcId="{BB66529C-2270-4196-BFCB-71AF1BBE96EB}" destId="{90F176AB-80FF-420F-BF88-679C99DC0526}" srcOrd="2" destOrd="0" presId="urn:microsoft.com/office/officeart/2018/5/layout/IconCircleLabelList"/>
    <dgm:cxn modelId="{B6049173-0FE6-4A67-B887-897661D37E09}" type="presParOf" srcId="{BB66529C-2270-4196-BFCB-71AF1BBE96EB}" destId="{2E1E48B1-231B-40EC-9DEB-E9C62DB9B354}" srcOrd="3" destOrd="0" presId="urn:microsoft.com/office/officeart/2018/5/layout/IconCircleLabelList"/>
    <dgm:cxn modelId="{6EC21CE0-4253-4782-9808-F096FBDBBCBF}" type="presParOf" srcId="{5F6296FB-6623-49F0-A37B-32D5293F3A75}" destId="{40F320B4-3B2A-499E-8008-E3C845BE8529}" srcOrd="3" destOrd="0" presId="urn:microsoft.com/office/officeart/2018/5/layout/IconCircleLabelList"/>
    <dgm:cxn modelId="{D37BD34A-2391-4770-8C05-D0F72AB53A39}" type="presParOf" srcId="{5F6296FB-6623-49F0-A37B-32D5293F3A75}" destId="{97C7AAAE-BF17-4136-8CB3-3B81D8C1FB63}" srcOrd="4" destOrd="0" presId="urn:microsoft.com/office/officeart/2018/5/layout/IconCircleLabelList"/>
    <dgm:cxn modelId="{EE886E27-1CB2-4FF1-8543-9787040DEDED}" type="presParOf" srcId="{97C7AAAE-BF17-4136-8CB3-3B81D8C1FB63}" destId="{3B05B3D7-3CA4-4213-988D-5520E9FCAC06}" srcOrd="0" destOrd="0" presId="urn:microsoft.com/office/officeart/2018/5/layout/IconCircleLabelList"/>
    <dgm:cxn modelId="{60F77FEB-3AD3-49C2-8311-2A474D0D6DFC}" type="presParOf" srcId="{97C7AAAE-BF17-4136-8CB3-3B81D8C1FB63}" destId="{D20C6F1C-67EB-49A3-8A6A-77FE6F4E2581}" srcOrd="1" destOrd="0" presId="urn:microsoft.com/office/officeart/2018/5/layout/IconCircleLabelList"/>
    <dgm:cxn modelId="{C1FBC55B-A424-433A-806F-985D36FA72A7}" type="presParOf" srcId="{97C7AAAE-BF17-4136-8CB3-3B81D8C1FB63}" destId="{960854BB-8EB9-47EF-9355-8D47AD054958}" srcOrd="2" destOrd="0" presId="urn:microsoft.com/office/officeart/2018/5/layout/IconCircleLabelList"/>
    <dgm:cxn modelId="{003C712C-CA2F-4D75-9DB7-855B273EEFF0}" type="presParOf" srcId="{97C7AAAE-BF17-4136-8CB3-3B81D8C1FB63}" destId="{74A5C5D9-1529-4C00-8952-5702A3EBEB99}" srcOrd="3" destOrd="0" presId="urn:microsoft.com/office/officeart/2018/5/layout/IconCircleLabelList"/>
    <dgm:cxn modelId="{D0B8E083-B7F7-4651-A066-A854E585B00C}" type="presParOf" srcId="{5F6296FB-6623-49F0-A37B-32D5293F3A75}" destId="{3131E9F9-356B-4609-AC65-F2A855C818FA}" srcOrd="5" destOrd="0" presId="urn:microsoft.com/office/officeart/2018/5/layout/IconCircleLabelList"/>
    <dgm:cxn modelId="{B7BEC187-DB4F-4B76-950C-4AF72A9D1947}" type="presParOf" srcId="{5F6296FB-6623-49F0-A37B-32D5293F3A75}" destId="{D8743F52-E4D6-4D15-838C-369E27080496}" srcOrd="6" destOrd="0" presId="urn:microsoft.com/office/officeart/2018/5/layout/IconCircleLabelList"/>
    <dgm:cxn modelId="{C2309D6D-5D0A-4B67-8980-826213932939}" type="presParOf" srcId="{D8743F52-E4D6-4D15-838C-369E27080496}" destId="{CB636E1E-A841-49EB-A5DF-AEA92F5B90A0}" srcOrd="0" destOrd="0" presId="urn:microsoft.com/office/officeart/2018/5/layout/IconCircleLabelList"/>
    <dgm:cxn modelId="{47EEBE5D-C4A4-4269-A448-D826101F8933}" type="presParOf" srcId="{D8743F52-E4D6-4D15-838C-369E27080496}" destId="{59D6C5FB-B8FF-4B57-B22D-AEAC08728B7D}" srcOrd="1" destOrd="0" presId="urn:microsoft.com/office/officeart/2018/5/layout/IconCircleLabelList"/>
    <dgm:cxn modelId="{97D8B400-AD01-4CE0-A1C0-13B78623169B}" type="presParOf" srcId="{D8743F52-E4D6-4D15-838C-369E27080496}" destId="{03EF90FF-C7D4-4034-8D59-1D749DDA41F9}" srcOrd="2" destOrd="0" presId="urn:microsoft.com/office/officeart/2018/5/layout/IconCircleLabelList"/>
    <dgm:cxn modelId="{9FDD0838-7A43-4BDD-8BD8-79526EECBD9E}" type="presParOf" srcId="{D8743F52-E4D6-4D15-838C-369E27080496}" destId="{8E2D07B9-A1AB-4FA9-8A07-1D52AC3E3ADB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B3EF664-A10F-4F61-87E9-B962E1317A37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31A69854-7566-4412-A31D-81234E9B8C14}">
      <dgm:prSet/>
      <dgm:spPr/>
      <dgm:t>
        <a:bodyPr/>
        <a:lstStyle/>
        <a:p>
          <a:pPr>
            <a:defRPr cap="all"/>
          </a:pPr>
          <a:r>
            <a:rPr lang="bg-BG" dirty="0" smtClean="0"/>
            <a:t>Повишена мотивация сред учениците</a:t>
          </a:r>
          <a:endParaRPr lang="en-US" dirty="0"/>
        </a:p>
      </dgm:t>
    </dgm:pt>
    <dgm:pt modelId="{5565F0F1-4759-426E-A93D-D788C6B1834D}" type="parTrans" cxnId="{C153F2C4-27C7-4F67-B59D-21B1E7599AB9}">
      <dgm:prSet/>
      <dgm:spPr/>
      <dgm:t>
        <a:bodyPr/>
        <a:lstStyle/>
        <a:p>
          <a:endParaRPr lang="en-US"/>
        </a:p>
      </dgm:t>
    </dgm:pt>
    <dgm:pt modelId="{A9FB573E-5C39-4200-AE81-986E8B2899A1}" type="sibTrans" cxnId="{C153F2C4-27C7-4F67-B59D-21B1E7599AB9}">
      <dgm:prSet/>
      <dgm:spPr/>
      <dgm:t>
        <a:bodyPr/>
        <a:lstStyle/>
        <a:p>
          <a:endParaRPr lang="en-US"/>
        </a:p>
      </dgm:t>
    </dgm:pt>
    <dgm:pt modelId="{70AAB01F-1F3F-4239-BB51-C836817025E3}">
      <dgm:prSet/>
      <dgm:spPr/>
      <dgm:t>
        <a:bodyPr/>
        <a:lstStyle/>
        <a:p>
          <a:pPr>
            <a:defRPr cap="all"/>
          </a:pPr>
          <a:r>
            <a:rPr lang="ru-RU" dirty="0" smtClean="0"/>
            <a:t>По-голяма гъвкавост и актуалност на програмите</a:t>
          </a:r>
          <a:endParaRPr lang="en-US" dirty="0"/>
        </a:p>
      </dgm:t>
    </dgm:pt>
    <dgm:pt modelId="{60249235-DC8C-405B-AC8E-676465FD62B7}" type="parTrans" cxnId="{66ABC6C2-DAA8-4BBD-A2CD-5B08247D6969}">
      <dgm:prSet/>
      <dgm:spPr/>
      <dgm:t>
        <a:bodyPr/>
        <a:lstStyle/>
        <a:p>
          <a:endParaRPr lang="en-US"/>
        </a:p>
      </dgm:t>
    </dgm:pt>
    <dgm:pt modelId="{A802530E-2788-4B70-8347-C4EFA40311A1}" type="sibTrans" cxnId="{66ABC6C2-DAA8-4BBD-A2CD-5B08247D6969}">
      <dgm:prSet/>
      <dgm:spPr/>
      <dgm:t>
        <a:bodyPr/>
        <a:lstStyle/>
        <a:p>
          <a:endParaRPr lang="en-US"/>
        </a:p>
      </dgm:t>
    </dgm:pt>
    <dgm:pt modelId="{F1D9C275-1E4B-40E9-8FA5-90D49683C289}">
      <dgm:prSet/>
      <dgm:spPr/>
      <dgm:t>
        <a:bodyPr/>
        <a:lstStyle/>
        <a:p>
          <a:pPr>
            <a:defRPr cap="all"/>
          </a:pPr>
          <a:r>
            <a:rPr lang="bg-BG" dirty="0" smtClean="0"/>
            <a:t>Ефективна подготовка за реалната професионална среда</a:t>
          </a:r>
          <a:endParaRPr lang="en-US" dirty="0"/>
        </a:p>
      </dgm:t>
    </dgm:pt>
    <dgm:pt modelId="{9C0328EF-E0B3-46D2-8D34-FBD9C9204230}" type="parTrans" cxnId="{0606E161-41D1-4B3A-BC3B-E677E85EFE9B}">
      <dgm:prSet/>
      <dgm:spPr/>
      <dgm:t>
        <a:bodyPr/>
        <a:lstStyle/>
        <a:p>
          <a:endParaRPr lang="en-US"/>
        </a:p>
      </dgm:t>
    </dgm:pt>
    <dgm:pt modelId="{7142EB2F-6B3E-439E-A19D-B6E391266445}" type="sibTrans" cxnId="{0606E161-41D1-4B3A-BC3B-E677E85EFE9B}">
      <dgm:prSet/>
      <dgm:spPr/>
      <dgm:t>
        <a:bodyPr/>
        <a:lstStyle/>
        <a:p>
          <a:endParaRPr lang="en-US"/>
        </a:p>
      </dgm:t>
    </dgm:pt>
    <dgm:pt modelId="{0E8A49A6-8E18-4048-9FDA-610A17570EF0}" type="pres">
      <dgm:prSet presAssocID="{AB3EF664-A10F-4F61-87E9-B962E1317A37}" presName="root" presStyleCnt="0">
        <dgm:presLayoutVars>
          <dgm:dir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9A68BBF8-A3E0-4E2F-B71B-1F2155ACCE48}" type="pres">
      <dgm:prSet presAssocID="{31A69854-7566-4412-A31D-81234E9B8C14}" presName="compNode" presStyleCnt="0"/>
      <dgm:spPr/>
    </dgm:pt>
    <dgm:pt modelId="{A862FEE0-5D38-41BA-91F4-C685EFB92C04}" type="pres">
      <dgm:prSet presAssocID="{31A69854-7566-4412-A31D-81234E9B8C14}" presName="iconBgRect" presStyleLbl="bgShp" presStyleIdx="0" presStyleCnt="3"/>
      <dgm:spPr/>
    </dgm:pt>
    <dgm:pt modelId="{A947F9BA-7C22-4CAB-8F98-954D0477F8C4}" type="pres">
      <dgm:prSet presAssocID="{31A69854-7566-4412-A31D-81234E9B8C14}" presName="iconRect" presStyleLbl="node1" presStyleIdx="0" presStyleCnt="3"/>
      <dgm:spPr>
        <a:blipFill rotWithShape="1">
          <a:blip xmlns:r="http://schemas.openxmlformats.org/officeDocument/2006/relationships" r:embed="rId1"/>
          <a:stretch>
            <a:fillRect/>
          </a:stretch>
        </a:blipFill>
        <a:ln>
          <a:noFill/>
        </a:ln>
      </dgm:spPr>
      <dgm:t>
        <a:bodyPr/>
        <a:lstStyle/>
        <a:p>
          <a:endParaRPr lang="en-US"/>
        </a:p>
      </dgm:t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CC61AF29-DEA5-4C49-B50F-0E6750CA25F3}" type="pres">
      <dgm:prSet presAssocID="{31A69854-7566-4412-A31D-81234E9B8C14}" presName="spaceRect" presStyleCnt="0"/>
      <dgm:spPr/>
    </dgm:pt>
    <dgm:pt modelId="{9AA7F644-CA99-4D1C-AC22-9A40CAD36E45}" type="pres">
      <dgm:prSet presAssocID="{31A69854-7566-4412-A31D-81234E9B8C14}" presName="textRect" presStyleLbl="revTx" presStyleIdx="0" presStyleCnt="3">
        <dgm:presLayoutVars>
          <dgm:chMax val="1"/>
          <dgm:chPref val="1"/>
        </dgm:presLayoutVars>
      </dgm:prSet>
      <dgm:spPr/>
      <dgm:t>
        <a:bodyPr/>
        <a:lstStyle/>
        <a:p>
          <a:endParaRPr lang="en-US"/>
        </a:p>
      </dgm:t>
    </dgm:pt>
    <dgm:pt modelId="{46E12DA7-C0E4-4117-A680-978BC683C788}" type="pres">
      <dgm:prSet presAssocID="{A9FB573E-5C39-4200-AE81-986E8B2899A1}" presName="sibTrans" presStyleCnt="0"/>
      <dgm:spPr/>
    </dgm:pt>
    <dgm:pt modelId="{AEFD6563-DF4B-4A42-B09B-B4C19EE3FCBB}" type="pres">
      <dgm:prSet presAssocID="{70AAB01F-1F3F-4239-BB51-C836817025E3}" presName="compNode" presStyleCnt="0"/>
      <dgm:spPr/>
    </dgm:pt>
    <dgm:pt modelId="{395704C5-F946-462D-A69C-EF9F9736D2B0}" type="pres">
      <dgm:prSet presAssocID="{70AAB01F-1F3F-4239-BB51-C836817025E3}" presName="iconBgRect" presStyleLbl="bgShp" presStyleIdx="1" presStyleCnt="3"/>
      <dgm:spPr/>
    </dgm:pt>
    <dgm:pt modelId="{965E6294-B2C0-4C55-828B-784B823F312F}" type="pres">
      <dgm:prSet presAssocID="{70AAB01F-1F3F-4239-BB51-C836817025E3}" presName="iconRect" presStyleLbl="node1" presStyleIdx="1" presStyleCnt="3"/>
      <dgm:spPr>
        <a:blipFill rotWithShape="1">
          <a:blip xmlns:r="http://schemas.openxmlformats.org/officeDocument/2006/relationships" r:embed="rId1"/>
          <a:stretch>
            <a:fillRect/>
          </a:stretch>
        </a:blipFill>
        <a:ln>
          <a:noFill/>
        </a:ln>
      </dgm:spPr>
      <dgm:t>
        <a:bodyPr/>
        <a:lstStyle/>
        <a:p>
          <a:endParaRPr lang="en-US"/>
        </a:p>
      </dgm:t>
      <dgm:extLst>
        <a:ext uri="{E40237B7-FDA0-4F09-8148-C483321AD2D9}">
          <dgm14:cNvPr xmlns:dgm14="http://schemas.microsoft.com/office/drawing/2010/diagram" id="0" name="" descr="Crane"/>
        </a:ext>
      </dgm:extLst>
    </dgm:pt>
    <dgm:pt modelId="{2FDAA7AC-DEBA-4700-99D0-1A78999FE69D}" type="pres">
      <dgm:prSet presAssocID="{70AAB01F-1F3F-4239-BB51-C836817025E3}" presName="spaceRect" presStyleCnt="0"/>
      <dgm:spPr/>
    </dgm:pt>
    <dgm:pt modelId="{133F658D-38C7-4601-A0BE-1335EF200B1E}" type="pres">
      <dgm:prSet presAssocID="{70AAB01F-1F3F-4239-BB51-C836817025E3}" presName="textRect" presStyleLbl="revTx" presStyleIdx="1" presStyleCnt="3">
        <dgm:presLayoutVars>
          <dgm:chMax val="1"/>
          <dgm:chPref val="1"/>
        </dgm:presLayoutVars>
      </dgm:prSet>
      <dgm:spPr/>
      <dgm:t>
        <a:bodyPr/>
        <a:lstStyle/>
        <a:p>
          <a:endParaRPr lang="en-US"/>
        </a:p>
      </dgm:t>
    </dgm:pt>
    <dgm:pt modelId="{3B666681-D9D5-4A8A-82D9-4D0309BC6E10}" type="pres">
      <dgm:prSet presAssocID="{A802530E-2788-4B70-8347-C4EFA40311A1}" presName="sibTrans" presStyleCnt="0"/>
      <dgm:spPr/>
    </dgm:pt>
    <dgm:pt modelId="{7AAC013A-0AE3-49C5-B253-1E832DDAC4F3}" type="pres">
      <dgm:prSet presAssocID="{F1D9C275-1E4B-40E9-8FA5-90D49683C289}" presName="compNode" presStyleCnt="0"/>
      <dgm:spPr/>
    </dgm:pt>
    <dgm:pt modelId="{E11D9D2D-E1EF-4F8B-B956-5276604AD9D9}" type="pres">
      <dgm:prSet presAssocID="{F1D9C275-1E4B-40E9-8FA5-90D49683C289}" presName="iconBgRect" presStyleLbl="bgShp" presStyleIdx="2" presStyleCnt="3"/>
      <dgm:spPr/>
    </dgm:pt>
    <dgm:pt modelId="{58FA072A-DFB4-4C7E-8DD2-3ED530ACB350}" type="pres">
      <dgm:prSet presAssocID="{F1D9C275-1E4B-40E9-8FA5-90D49683C289}" presName="iconRect" presStyleLbl="node1" presStyleIdx="2" presStyleCnt="3"/>
      <dgm:spPr>
        <a:blipFill rotWithShape="1">
          <a:blip xmlns:r="http://schemas.openxmlformats.org/officeDocument/2006/relationships" r:embed="rId1"/>
          <a:stretch>
            <a:fillRect/>
          </a:stretch>
        </a:blipFill>
        <a:ln>
          <a:noFill/>
        </a:ln>
      </dgm:spPr>
      <dgm:t>
        <a:bodyPr/>
        <a:lstStyle/>
        <a:p>
          <a:endParaRPr lang="en-US"/>
        </a:p>
      </dgm:t>
      <dgm:extLst>
        <a:ext uri="{E40237B7-FDA0-4F09-8148-C483321AD2D9}">
          <dgm14:cNvPr xmlns:dgm14="http://schemas.microsoft.com/office/drawing/2010/diagram" id="0" name="" descr="City"/>
        </a:ext>
      </dgm:extLst>
    </dgm:pt>
    <dgm:pt modelId="{289381BC-2E4A-4E2E-8DCB-A1DCC09AF3C1}" type="pres">
      <dgm:prSet presAssocID="{F1D9C275-1E4B-40E9-8FA5-90D49683C289}" presName="spaceRect" presStyleCnt="0"/>
      <dgm:spPr/>
    </dgm:pt>
    <dgm:pt modelId="{4E92316D-3FE7-4566-B3F0-19B75154652B}" type="pres">
      <dgm:prSet presAssocID="{F1D9C275-1E4B-40E9-8FA5-90D49683C289}" presName="textRect" presStyleLbl="revTx" presStyleIdx="2" presStyleCnt="3">
        <dgm:presLayoutVars>
          <dgm:chMax val="1"/>
          <dgm:chPref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19BAD8AA-085B-4C78-A9C3-EBCFE611E9B4}" type="presOf" srcId="{F1D9C275-1E4B-40E9-8FA5-90D49683C289}" destId="{4E92316D-3FE7-4566-B3F0-19B75154652B}" srcOrd="0" destOrd="0" presId="urn:microsoft.com/office/officeart/2018/5/layout/IconCircleLabelList"/>
    <dgm:cxn modelId="{66ABC6C2-DAA8-4BBD-A2CD-5B08247D6969}" srcId="{AB3EF664-A10F-4F61-87E9-B962E1317A37}" destId="{70AAB01F-1F3F-4239-BB51-C836817025E3}" srcOrd="1" destOrd="0" parTransId="{60249235-DC8C-405B-AC8E-676465FD62B7}" sibTransId="{A802530E-2788-4B70-8347-C4EFA40311A1}"/>
    <dgm:cxn modelId="{4E249BB5-DA6B-43ED-A8A0-A4158A6FAEE7}" type="presOf" srcId="{AB3EF664-A10F-4F61-87E9-B962E1317A37}" destId="{0E8A49A6-8E18-4048-9FDA-610A17570EF0}" srcOrd="0" destOrd="0" presId="urn:microsoft.com/office/officeart/2018/5/layout/IconCircleLabelList"/>
    <dgm:cxn modelId="{E3CAD069-CACA-43E3-87EF-3695A8153986}" type="presOf" srcId="{31A69854-7566-4412-A31D-81234E9B8C14}" destId="{9AA7F644-CA99-4D1C-AC22-9A40CAD36E45}" srcOrd="0" destOrd="0" presId="urn:microsoft.com/office/officeart/2018/5/layout/IconCircleLabelList"/>
    <dgm:cxn modelId="{C0AE264B-7831-4384-AC47-897D1FA71958}" type="presOf" srcId="{70AAB01F-1F3F-4239-BB51-C836817025E3}" destId="{133F658D-38C7-4601-A0BE-1335EF200B1E}" srcOrd="0" destOrd="0" presId="urn:microsoft.com/office/officeart/2018/5/layout/IconCircleLabelList"/>
    <dgm:cxn modelId="{C153F2C4-27C7-4F67-B59D-21B1E7599AB9}" srcId="{AB3EF664-A10F-4F61-87E9-B962E1317A37}" destId="{31A69854-7566-4412-A31D-81234E9B8C14}" srcOrd="0" destOrd="0" parTransId="{5565F0F1-4759-426E-A93D-D788C6B1834D}" sibTransId="{A9FB573E-5C39-4200-AE81-986E8B2899A1}"/>
    <dgm:cxn modelId="{0606E161-41D1-4B3A-BC3B-E677E85EFE9B}" srcId="{AB3EF664-A10F-4F61-87E9-B962E1317A37}" destId="{F1D9C275-1E4B-40E9-8FA5-90D49683C289}" srcOrd="2" destOrd="0" parTransId="{9C0328EF-E0B3-46D2-8D34-FBD9C9204230}" sibTransId="{7142EB2F-6B3E-439E-A19D-B6E391266445}"/>
    <dgm:cxn modelId="{B0A6F699-D400-48B7-8C7A-C3EEE22297DD}" type="presParOf" srcId="{0E8A49A6-8E18-4048-9FDA-610A17570EF0}" destId="{9A68BBF8-A3E0-4E2F-B71B-1F2155ACCE48}" srcOrd="0" destOrd="0" presId="urn:microsoft.com/office/officeart/2018/5/layout/IconCircleLabelList"/>
    <dgm:cxn modelId="{FEB4316E-5DD1-4796-9118-9A696E25DDEA}" type="presParOf" srcId="{9A68BBF8-A3E0-4E2F-B71B-1F2155ACCE48}" destId="{A862FEE0-5D38-41BA-91F4-C685EFB92C04}" srcOrd="0" destOrd="0" presId="urn:microsoft.com/office/officeart/2018/5/layout/IconCircleLabelList"/>
    <dgm:cxn modelId="{CA576736-5C63-4A97-A2DD-504DCE88DE80}" type="presParOf" srcId="{9A68BBF8-A3E0-4E2F-B71B-1F2155ACCE48}" destId="{A947F9BA-7C22-4CAB-8F98-954D0477F8C4}" srcOrd="1" destOrd="0" presId="urn:microsoft.com/office/officeart/2018/5/layout/IconCircleLabelList"/>
    <dgm:cxn modelId="{FB041FBD-A465-4993-A8CE-6E802FC21254}" type="presParOf" srcId="{9A68BBF8-A3E0-4E2F-B71B-1F2155ACCE48}" destId="{CC61AF29-DEA5-4C49-B50F-0E6750CA25F3}" srcOrd="2" destOrd="0" presId="urn:microsoft.com/office/officeart/2018/5/layout/IconCircleLabelList"/>
    <dgm:cxn modelId="{CACF3CE0-0F22-408C-BF0F-F426B5770E13}" type="presParOf" srcId="{9A68BBF8-A3E0-4E2F-B71B-1F2155ACCE48}" destId="{9AA7F644-CA99-4D1C-AC22-9A40CAD36E45}" srcOrd="3" destOrd="0" presId="urn:microsoft.com/office/officeart/2018/5/layout/IconCircleLabelList"/>
    <dgm:cxn modelId="{6EC493D3-B41B-4873-BEE5-A6C2847DED98}" type="presParOf" srcId="{0E8A49A6-8E18-4048-9FDA-610A17570EF0}" destId="{46E12DA7-C0E4-4117-A680-978BC683C788}" srcOrd="1" destOrd="0" presId="urn:microsoft.com/office/officeart/2018/5/layout/IconCircleLabelList"/>
    <dgm:cxn modelId="{2BD1452C-8008-416A-AF8A-3F33A03CB5F0}" type="presParOf" srcId="{0E8A49A6-8E18-4048-9FDA-610A17570EF0}" destId="{AEFD6563-DF4B-4A42-B09B-B4C19EE3FCBB}" srcOrd="2" destOrd="0" presId="urn:microsoft.com/office/officeart/2018/5/layout/IconCircleLabelList"/>
    <dgm:cxn modelId="{C00618F3-5CE5-4E61-BC2E-0DBDF35445D3}" type="presParOf" srcId="{AEFD6563-DF4B-4A42-B09B-B4C19EE3FCBB}" destId="{395704C5-F946-462D-A69C-EF9F9736D2B0}" srcOrd="0" destOrd="0" presId="urn:microsoft.com/office/officeart/2018/5/layout/IconCircleLabelList"/>
    <dgm:cxn modelId="{2866C1D9-1CDD-4186-AD88-EFD450F36E1C}" type="presParOf" srcId="{AEFD6563-DF4B-4A42-B09B-B4C19EE3FCBB}" destId="{965E6294-B2C0-4C55-828B-784B823F312F}" srcOrd="1" destOrd="0" presId="urn:microsoft.com/office/officeart/2018/5/layout/IconCircleLabelList"/>
    <dgm:cxn modelId="{CFDB2128-8828-4619-95F1-ADAC12395191}" type="presParOf" srcId="{AEFD6563-DF4B-4A42-B09B-B4C19EE3FCBB}" destId="{2FDAA7AC-DEBA-4700-99D0-1A78999FE69D}" srcOrd="2" destOrd="0" presId="urn:microsoft.com/office/officeart/2018/5/layout/IconCircleLabelList"/>
    <dgm:cxn modelId="{7035CD62-4FC4-4035-B99F-BAD5D736F115}" type="presParOf" srcId="{AEFD6563-DF4B-4A42-B09B-B4C19EE3FCBB}" destId="{133F658D-38C7-4601-A0BE-1335EF200B1E}" srcOrd="3" destOrd="0" presId="urn:microsoft.com/office/officeart/2018/5/layout/IconCircleLabelList"/>
    <dgm:cxn modelId="{559F9AFD-7B36-4EFE-B99A-F36D04D52469}" type="presParOf" srcId="{0E8A49A6-8E18-4048-9FDA-610A17570EF0}" destId="{3B666681-D9D5-4A8A-82D9-4D0309BC6E10}" srcOrd="3" destOrd="0" presId="urn:microsoft.com/office/officeart/2018/5/layout/IconCircleLabelList"/>
    <dgm:cxn modelId="{768E7001-0ED8-48BF-92F4-01F2B6779139}" type="presParOf" srcId="{0E8A49A6-8E18-4048-9FDA-610A17570EF0}" destId="{7AAC013A-0AE3-49C5-B253-1E832DDAC4F3}" srcOrd="4" destOrd="0" presId="urn:microsoft.com/office/officeart/2018/5/layout/IconCircleLabelList"/>
    <dgm:cxn modelId="{383A1B03-FB33-49FC-8C58-2BE863FA7C05}" type="presParOf" srcId="{7AAC013A-0AE3-49C5-B253-1E832DDAC4F3}" destId="{E11D9D2D-E1EF-4F8B-B956-5276604AD9D9}" srcOrd="0" destOrd="0" presId="urn:microsoft.com/office/officeart/2018/5/layout/IconCircleLabelList"/>
    <dgm:cxn modelId="{6FE9BF58-7A75-4B3B-938C-56B37D2827BC}" type="presParOf" srcId="{7AAC013A-0AE3-49C5-B253-1E832DDAC4F3}" destId="{58FA072A-DFB4-4C7E-8DD2-3ED530ACB350}" srcOrd="1" destOrd="0" presId="urn:microsoft.com/office/officeart/2018/5/layout/IconCircleLabelList"/>
    <dgm:cxn modelId="{0A289092-85B0-4037-A5BF-54E4FC6E6984}" type="presParOf" srcId="{7AAC013A-0AE3-49C5-B253-1E832DDAC4F3}" destId="{289381BC-2E4A-4E2E-8DCB-A1DCC09AF3C1}" srcOrd="2" destOrd="0" presId="urn:microsoft.com/office/officeart/2018/5/layout/IconCircleLabelList"/>
    <dgm:cxn modelId="{A1F0FFDC-21AB-4D75-B64E-1FFEF7914036}" type="presParOf" srcId="{7AAC013A-0AE3-49C5-B253-1E832DDAC4F3}" destId="{4E92316D-3FE7-4566-B3F0-19B75154652B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5D0A7DB-F870-4289-A176-74DC8634D49F}">
      <dsp:nvSpPr>
        <dsp:cNvPr id="0" name=""/>
        <dsp:cNvSpPr/>
      </dsp:nvSpPr>
      <dsp:spPr>
        <a:xfrm>
          <a:off x="774129" y="709809"/>
          <a:ext cx="1255425" cy="1255425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26532A6-7EC2-48FB-9700-1C2608E2063C}">
      <dsp:nvSpPr>
        <dsp:cNvPr id="0" name=""/>
        <dsp:cNvSpPr/>
      </dsp:nvSpPr>
      <dsp:spPr>
        <a:xfrm>
          <a:off x="1041679" y="977359"/>
          <a:ext cx="720326" cy="720326"/>
        </a:xfrm>
        <a:prstGeom prst="rect">
          <a:avLst/>
        </a:prstGeom>
        <a:blipFill rotWithShape="1">
          <a:blip xmlns:r="http://schemas.openxmlformats.org/officeDocument/2006/relationships" r:embed="rId1"/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CCB9B7-3229-4D84-88AF-537C55717936}">
      <dsp:nvSpPr>
        <dsp:cNvPr id="0" name=""/>
        <dsp:cNvSpPr/>
      </dsp:nvSpPr>
      <dsp:spPr>
        <a:xfrm>
          <a:off x="372805" y="2356270"/>
          <a:ext cx="2058075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lvl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defRPr cap="all"/>
          </a:pPr>
          <a:r>
            <a:rPr lang="bg-BG" sz="1500" kern="1200" dirty="0" smtClean="0"/>
            <a:t>Съвременен и адаптивен подход</a:t>
          </a:r>
          <a:endParaRPr lang="en-US" sz="1500" kern="1200" dirty="0"/>
        </a:p>
      </dsp:txBody>
      <dsp:txXfrm>
        <a:off x="372805" y="2356270"/>
        <a:ext cx="2058075" cy="720000"/>
      </dsp:txXfrm>
    </dsp:sp>
    <dsp:sp modelId="{3EC02099-2D14-4F0B-98D2-969D1935C96B}">
      <dsp:nvSpPr>
        <dsp:cNvPr id="0" name=""/>
        <dsp:cNvSpPr/>
      </dsp:nvSpPr>
      <dsp:spPr>
        <a:xfrm>
          <a:off x="3192368" y="709809"/>
          <a:ext cx="1255425" cy="1255425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7C6369C-F074-481D-877F-C3CA1C8B2601}">
      <dsp:nvSpPr>
        <dsp:cNvPr id="0" name=""/>
        <dsp:cNvSpPr/>
      </dsp:nvSpPr>
      <dsp:spPr>
        <a:xfrm>
          <a:off x="3459917" y="977359"/>
          <a:ext cx="720326" cy="720326"/>
        </a:xfrm>
        <a:prstGeom prst="rect">
          <a:avLst/>
        </a:prstGeom>
        <a:blipFill rotWithShape="1">
          <a:blip xmlns:r="http://schemas.openxmlformats.org/officeDocument/2006/relationships" r:embed="rId1"/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E1E48B1-231B-40EC-9DEB-E9C62DB9B354}">
      <dsp:nvSpPr>
        <dsp:cNvPr id="0" name=""/>
        <dsp:cNvSpPr/>
      </dsp:nvSpPr>
      <dsp:spPr>
        <a:xfrm>
          <a:off x="2791043" y="2356270"/>
          <a:ext cx="2058075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lvl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defRPr cap="all"/>
          </a:pPr>
          <a:r>
            <a:rPr lang="ru-RU" sz="1500" kern="1200" dirty="0" smtClean="0"/>
            <a:t>Ясна приоритизация на учебното съдържание</a:t>
          </a:r>
          <a:endParaRPr lang="en-US" sz="1500" kern="1200" dirty="0"/>
        </a:p>
      </dsp:txBody>
      <dsp:txXfrm>
        <a:off x="2791043" y="2356270"/>
        <a:ext cx="2058075" cy="720000"/>
      </dsp:txXfrm>
    </dsp:sp>
    <dsp:sp modelId="{3B05B3D7-3CA4-4213-988D-5520E9FCAC06}">
      <dsp:nvSpPr>
        <dsp:cNvPr id="0" name=""/>
        <dsp:cNvSpPr/>
      </dsp:nvSpPr>
      <dsp:spPr>
        <a:xfrm>
          <a:off x="5610606" y="709809"/>
          <a:ext cx="1255425" cy="1255425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20C6F1C-67EB-49A3-8A6A-77FE6F4E2581}">
      <dsp:nvSpPr>
        <dsp:cNvPr id="0" name=""/>
        <dsp:cNvSpPr/>
      </dsp:nvSpPr>
      <dsp:spPr>
        <a:xfrm>
          <a:off x="5878155" y="977359"/>
          <a:ext cx="720326" cy="720326"/>
        </a:xfrm>
        <a:prstGeom prst="rect">
          <a:avLst/>
        </a:prstGeom>
        <a:blipFill rotWithShape="1">
          <a:blip xmlns:r="http://schemas.openxmlformats.org/officeDocument/2006/relationships" r:embed="rId1"/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4A5C5D9-1529-4C00-8952-5702A3EBEB99}">
      <dsp:nvSpPr>
        <dsp:cNvPr id="0" name=""/>
        <dsp:cNvSpPr/>
      </dsp:nvSpPr>
      <dsp:spPr>
        <a:xfrm>
          <a:off x="5209281" y="2356270"/>
          <a:ext cx="2058075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lvl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defRPr cap="all"/>
          </a:pPr>
          <a:r>
            <a:rPr lang="bg-BG" sz="1500" kern="1200" dirty="0" smtClean="0"/>
            <a:t>Включване на практически казуси и технологии</a:t>
          </a:r>
          <a:endParaRPr lang="en-US" sz="1500" kern="1200" dirty="0"/>
        </a:p>
      </dsp:txBody>
      <dsp:txXfrm>
        <a:off x="5209281" y="2356270"/>
        <a:ext cx="2058075" cy="720000"/>
      </dsp:txXfrm>
    </dsp:sp>
    <dsp:sp modelId="{CB636E1E-A841-49EB-A5DF-AEA92F5B90A0}">
      <dsp:nvSpPr>
        <dsp:cNvPr id="0" name=""/>
        <dsp:cNvSpPr/>
      </dsp:nvSpPr>
      <dsp:spPr>
        <a:xfrm>
          <a:off x="8028844" y="709809"/>
          <a:ext cx="1255425" cy="1255425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9D6C5FB-B8FF-4B57-B22D-AEAC08728B7D}">
      <dsp:nvSpPr>
        <dsp:cNvPr id="0" name=""/>
        <dsp:cNvSpPr/>
      </dsp:nvSpPr>
      <dsp:spPr>
        <a:xfrm>
          <a:off x="8296394" y="977359"/>
          <a:ext cx="720326" cy="720326"/>
        </a:xfrm>
        <a:prstGeom prst="rect">
          <a:avLst/>
        </a:prstGeom>
        <a:blipFill>
          <a:blip xmlns:r="http://schemas.openxmlformats.org/officeDocument/2006/relationships"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xmlns="" r:embed="rId8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E2D07B9-A1AB-4FA9-8A07-1D52AC3E3ADB}">
      <dsp:nvSpPr>
        <dsp:cNvPr id="0" name=""/>
        <dsp:cNvSpPr/>
      </dsp:nvSpPr>
      <dsp:spPr>
        <a:xfrm>
          <a:off x="7627519" y="2356270"/>
          <a:ext cx="2058075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lvl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defRPr cap="all"/>
          </a:pPr>
          <a:r>
            <a:rPr lang="bg-BG" sz="1500" kern="1200" dirty="0" smtClean="0"/>
            <a:t>Екипна работа и постоянна обратна връзка</a:t>
          </a:r>
          <a:endParaRPr lang="en-US" sz="1500" kern="1200" dirty="0"/>
        </a:p>
      </dsp:txBody>
      <dsp:txXfrm>
        <a:off x="7627519" y="2356270"/>
        <a:ext cx="2058075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862FEE0-5D38-41BA-91F4-C685EFB92C04}">
      <dsp:nvSpPr>
        <dsp:cNvPr id="0" name=""/>
        <dsp:cNvSpPr/>
      </dsp:nvSpPr>
      <dsp:spPr>
        <a:xfrm>
          <a:off x="616949" y="340539"/>
          <a:ext cx="1818562" cy="181856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947F9BA-7C22-4CAB-8F98-954D0477F8C4}">
      <dsp:nvSpPr>
        <dsp:cNvPr id="0" name=""/>
        <dsp:cNvSpPr/>
      </dsp:nvSpPr>
      <dsp:spPr>
        <a:xfrm>
          <a:off x="1004512" y="728102"/>
          <a:ext cx="1043437" cy="1043437"/>
        </a:xfrm>
        <a:prstGeom prst="rect">
          <a:avLst/>
        </a:prstGeom>
        <a:blipFill rotWithShape="1">
          <a:blip xmlns:r="http://schemas.openxmlformats.org/officeDocument/2006/relationships" r:embed="rId1"/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AA7F644-CA99-4D1C-AC22-9A40CAD36E45}">
      <dsp:nvSpPr>
        <dsp:cNvPr id="0" name=""/>
        <dsp:cNvSpPr/>
      </dsp:nvSpPr>
      <dsp:spPr>
        <a:xfrm>
          <a:off x="35606" y="272554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defRPr cap="all"/>
          </a:pPr>
          <a:r>
            <a:rPr lang="bg-BG" sz="1700" kern="1200" dirty="0" smtClean="0"/>
            <a:t>Повишена мотивация сред учениците</a:t>
          </a:r>
          <a:endParaRPr lang="en-US" sz="1700" kern="1200" dirty="0"/>
        </a:p>
      </dsp:txBody>
      <dsp:txXfrm>
        <a:off x="35606" y="2725540"/>
        <a:ext cx="2981250" cy="720000"/>
      </dsp:txXfrm>
    </dsp:sp>
    <dsp:sp modelId="{395704C5-F946-462D-A69C-EF9F9736D2B0}">
      <dsp:nvSpPr>
        <dsp:cNvPr id="0" name=""/>
        <dsp:cNvSpPr/>
      </dsp:nvSpPr>
      <dsp:spPr>
        <a:xfrm>
          <a:off x="4119918" y="340539"/>
          <a:ext cx="1818562" cy="181856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65E6294-B2C0-4C55-828B-784B823F312F}">
      <dsp:nvSpPr>
        <dsp:cNvPr id="0" name=""/>
        <dsp:cNvSpPr/>
      </dsp:nvSpPr>
      <dsp:spPr>
        <a:xfrm>
          <a:off x="4507481" y="728102"/>
          <a:ext cx="1043437" cy="1043437"/>
        </a:xfrm>
        <a:prstGeom prst="rect">
          <a:avLst/>
        </a:prstGeom>
        <a:blipFill rotWithShape="1">
          <a:blip xmlns:r="http://schemas.openxmlformats.org/officeDocument/2006/relationships" r:embed="rId1"/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33F658D-38C7-4601-A0BE-1335EF200B1E}">
      <dsp:nvSpPr>
        <dsp:cNvPr id="0" name=""/>
        <dsp:cNvSpPr/>
      </dsp:nvSpPr>
      <dsp:spPr>
        <a:xfrm>
          <a:off x="3538574" y="272554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defRPr cap="all"/>
          </a:pPr>
          <a:r>
            <a:rPr lang="ru-RU" sz="1700" kern="1200" dirty="0" smtClean="0"/>
            <a:t>По-голяма гъвкавост и актуалност на програмите</a:t>
          </a:r>
          <a:endParaRPr lang="en-US" sz="1700" kern="1200" dirty="0"/>
        </a:p>
      </dsp:txBody>
      <dsp:txXfrm>
        <a:off x="3538574" y="2725540"/>
        <a:ext cx="2981250" cy="720000"/>
      </dsp:txXfrm>
    </dsp:sp>
    <dsp:sp modelId="{E11D9D2D-E1EF-4F8B-B956-5276604AD9D9}">
      <dsp:nvSpPr>
        <dsp:cNvPr id="0" name=""/>
        <dsp:cNvSpPr/>
      </dsp:nvSpPr>
      <dsp:spPr>
        <a:xfrm>
          <a:off x="7622887" y="340539"/>
          <a:ext cx="1818562" cy="181856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8FA072A-DFB4-4C7E-8DD2-3ED530ACB350}">
      <dsp:nvSpPr>
        <dsp:cNvPr id="0" name=""/>
        <dsp:cNvSpPr/>
      </dsp:nvSpPr>
      <dsp:spPr>
        <a:xfrm>
          <a:off x="8010450" y="728102"/>
          <a:ext cx="1043437" cy="1043437"/>
        </a:xfrm>
        <a:prstGeom prst="rect">
          <a:avLst/>
        </a:prstGeom>
        <a:blipFill rotWithShape="1">
          <a:blip xmlns:r="http://schemas.openxmlformats.org/officeDocument/2006/relationships" r:embed="rId1"/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E92316D-3FE7-4566-B3F0-19B75154652B}">
      <dsp:nvSpPr>
        <dsp:cNvPr id="0" name=""/>
        <dsp:cNvSpPr/>
      </dsp:nvSpPr>
      <dsp:spPr>
        <a:xfrm>
          <a:off x="7041543" y="272554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defRPr cap="all"/>
          </a:pPr>
          <a:r>
            <a:rPr lang="bg-BG" sz="1700" kern="1200" dirty="0" smtClean="0"/>
            <a:t>Ефективна подготовка за реалната професионална среда</a:t>
          </a:r>
          <a:endParaRPr lang="en-US" sz="1700" kern="1200" dirty="0"/>
        </a:p>
      </dsp:txBody>
      <dsp:txXfrm>
        <a:off x="7041543" y="2725540"/>
        <a:ext cx="298125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 xmlns="">
        <a:lvl1pPr>
          <a:lnSpc>
            <a:spcPct val="100000"/>
          </a:lnSpc>
          <a:defRPr cap="all"/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 xmlns="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xmlns="" id="{623AA0E9-8CD0-4A6E-A65E-A06028B83FE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xmlns="" id="{D5E2408B-C9AB-4665-AC99-B057BD0A43D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48E1AF-6343-46AA-8AEF-4C12F4118850}" type="datetimeFigureOut">
              <a:rPr lang="en-US" smtClean="0"/>
              <a:t>9/27/2026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xmlns="" id="{8CD1B215-531B-4869-BD98-BD3B1390B1C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60B53F21-4D67-455D-8074-E9E6EC26FAC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2858E0-3D38-47B7-97D4-4FE08D90D35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144333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9D2517-63AA-420A-887D-BE60360A8F4D}" type="datetimeFigureOut">
              <a:rPr lang="en-US" noProof="0" smtClean="0"/>
              <a:t>9/27/2026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4ECAD9-32EE-4091-BDA5-6BD15ACC5E58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1066189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ECAD9-32EE-4091-BDA5-6BD15ACC5E58}" type="slidenum">
              <a:rPr lang="en-US" noProof="0" smtClean="0"/>
              <a:t>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2159811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noProof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Ще представя система, която разработих на основата на методика за планиране на уроци, ориентирана най-вече към професионалното образование. Няма да започна с технологията, а с нещо, което вероятно всички познаваме.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bg-BG" sz="1200" kern="1200" noProof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noProof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Подготовката за един урок рядко е само един документ. Обикновено работим с учебна програма, тематично разпределение, Word-файлове, презентации, задачи, тестове, линкове и файлове в различни папки. Ако се наложи наблюдение на урок, често трябва отново да пренесем информацията в определена бланка.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bg-BG" sz="1200" kern="1200" noProof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noProof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Проблемът не е само административен. Когато елементите са разпръснати, по-трудно се вижда връзката между това какво искаме учениците да постигнат, какво реално ще правят в часа, как ще проверим напредъка и какви материали ще използват.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noProof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bg-BG" sz="1200" kern="1200" noProof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bg-BG" sz="1200" kern="1200" noProof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ИРИДА е опит тази верига да бъде организирана на едно място и да остане използваема и след като урокът е проведен.</a:t>
            </a:r>
            <a:endParaRPr lang="en-US" sz="1200" kern="1200" noProof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noProof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noProof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Ще покажа първо накратко какво представлява системата, после каква е логиката зад нея и накрая — как работи с конкретен пример.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bg-BG" sz="1200" kern="1200" noProof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ECAD9-32EE-4091-BDA5-6BD15ACC5E58}" type="slidenum">
              <a:rPr lang="en-US" noProof="0" smtClean="0"/>
              <a:t>2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0836012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noProof="0" dirty="0" smtClean="0"/>
              <a:t>Важно е да уточня какво ИРИДА е и какво не е. Тя не е готова рецепта за урок и не налага един-единствен стил на преподаване.</a:t>
            </a:r>
          </a:p>
          <a:p>
            <a:endParaRPr lang="bg-BG" noProof="0" dirty="0" smtClean="0"/>
          </a:p>
          <a:p>
            <a:r>
              <a:rPr lang="bg-BG" noProof="0" dirty="0" smtClean="0"/>
              <a:t>Учителят решава какво е подходящо за конкретния клас. Системата дава структура, пази връзките между отделните елементи и намалява повторното въвеждане на една и съща информация.</a:t>
            </a:r>
          </a:p>
          <a:p>
            <a:endParaRPr lang="bg-BG" noProof="0" dirty="0" smtClean="0"/>
          </a:p>
          <a:p>
            <a:r>
              <a:rPr lang="bg-BG" noProof="0" dirty="0" smtClean="0"/>
              <a:t>Практически тя работи на три нива: планиране на предмета, подготовка на конкретния урок и използване на материали и задачи от учениците.</a:t>
            </a:r>
          </a:p>
          <a:p>
            <a:endParaRPr lang="bg-BG" noProof="0" dirty="0" smtClean="0"/>
          </a:p>
          <a:p>
            <a:r>
              <a:rPr lang="bg-BG" noProof="0" dirty="0" smtClean="0"/>
              <a:t>За да не изглежда като просто електронна бланка, ще кажа с няколко думи каква методическа логика стои зад нея.</a:t>
            </a:r>
            <a:endParaRPr lang="bg-BG" noProof="0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ECAD9-32EE-4091-BDA5-6BD15ACC5E58}" type="slidenum">
              <a:rPr lang="en-US" noProof="0" smtClean="0"/>
              <a:t>3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0250626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200" kern="1200" noProof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Преди около година разработих методика, която тръгва от учебната програма и стига до конкретния урок. Няма да повтарям стария семинар. Днес ми е важно само да се види логиката, защото тя е реализирана в системата.</a:t>
            </a:r>
            <a:br>
              <a:rPr lang="bg-BG" sz="1200" kern="1200" noProof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bg-BG" sz="1200" kern="1200" noProof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bg-BG" sz="1200" kern="1200" noProof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bg-BG" sz="1200" kern="1200" noProof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Първо се работи с предмета, хорариума и учебното съдържание. След това се формулират резултатите, които учениците трябва да постигнат, и се разпределят темите и занятията. При професионалната подготовка е важно теорията и практиката да не са два независими свята.</a:t>
            </a:r>
            <a:br>
              <a:rPr lang="bg-BG" sz="1200" kern="1200" noProof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bg-BG" sz="1200" kern="1200" noProof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bg-BG" sz="1200" kern="1200" noProof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bg-BG" sz="1200" kern="1200" noProof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 планирането може да се използва и принципът </a:t>
            </a:r>
            <a:r>
              <a:rPr lang="en-US" sz="1200" kern="1200" noProof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MoSCoW</a:t>
            </a:r>
            <a:r>
              <a:rPr lang="bg-BG" sz="1200" kern="1200" noProof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кое е задължително, кое е важно, кое е допълващо. Това е полезно най-вече когато времето не достига и трябва съзнателно да се поставят приоритети.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ECAD9-32EE-4091-BDA5-6BD15ACC5E58}" type="slidenum">
              <a:rPr lang="en-US" noProof="0" smtClean="0"/>
              <a:t>4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0250626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noProof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Преди около година разработих методика, която тръгва от учебната програма и стига до конкретния урок. Няма да повтарям стария семинар. Днес ми е важно само да се види логиката, защото тя е реализирана в системата.</a:t>
            </a:r>
            <a:br>
              <a:rPr lang="bg-BG" sz="1200" kern="1200" noProof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bg-BG" sz="1200" kern="1200" noProof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bg-BG" sz="1200" kern="1200" noProof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bg-BG" sz="1200" kern="1200" noProof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Първо се работи с предмета, хорариума и учебното съдържание. След това се формулират резултатите, които учениците трябва да постигнат, и се разпределят темите и занятията. При професионалната подготовка е важно теорията и практиката да не са два независими свята.</a:t>
            </a:r>
            <a:br>
              <a:rPr lang="bg-BG" sz="1200" kern="1200" noProof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bg-BG" sz="1200" kern="1200" noProof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bg-BG" sz="1200" kern="1200" noProof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bg-BG" sz="1200" kern="1200" noProof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 планирането може да се използва и принципът </a:t>
            </a:r>
            <a:r>
              <a:rPr lang="en-US" sz="1200" kern="1200" noProof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MoSCoW</a:t>
            </a:r>
            <a:r>
              <a:rPr lang="bg-BG" sz="1200" kern="1200" noProof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кое е задължително, кое е важно, кое е допълващо. Това е полезно най-вече когато времето не достига и трябва съзнателно да се поставят приоритети.</a:t>
            </a:r>
            <a:br>
              <a:rPr lang="bg-BG" sz="1200" kern="1200" noProof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bg-BG" sz="1200" kern="1200" noProof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ECAD9-32EE-4091-BDA5-6BD15ACC5E58}" type="slidenum">
              <a:rPr lang="en-US" noProof="0" smtClean="0"/>
              <a:t>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02506261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noProof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рамките на самия урок логиката е проста: да привлечем вниманието, да уточним целта, да разберем откъде тръгват учениците, да им дадем активна работа, да проверим какво са усвоили и да обобщим.</a:t>
            </a:r>
            <a:br>
              <a:rPr lang="bg-BG" sz="1200" kern="1200" noProof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bg-BG" sz="1200" kern="1200" noProof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bg-BG" sz="1200" kern="1200" noProof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bg-BG" sz="1200" kern="1200" noProof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е нужно всички да използваме едни и същи термини. Важното е урокът да има ясна цел, смислена активност на учениците, обратна връзка и завършек.</a:t>
            </a:r>
            <a:br>
              <a:rPr lang="bg-BG" sz="1200" kern="1200" noProof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bg-BG" sz="1200" kern="1200" noProof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bg-BG" sz="1200" kern="1200" noProof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bg-BG" sz="1200" kern="1200" noProof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Сега ще премина към системата. Първо ще покажа за кратко как изглежда готовият резултат, а след това ще се върна назад и ще създам съкратен пример от нулата.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ECAD9-32EE-4091-BDA5-6BD15ACC5E58}" type="slidenum">
              <a:rPr lang="en-US" noProof="0" smtClean="0"/>
              <a:t>6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0250626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Основната цел е да направим учебните програми по-приложими и адаптирани към особеностите на нашето училище. Искам да внедрим нови подходи, които улесняват както нас, преподавателите, така и учениците, и да стимулираме повече практическа работа и мотивация.</a:t>
            </a:r>
          </a:p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Непосредствената цел е да се изработят детайлизирани училищни учебни програми. За да се гарантира максимална ефективност процесът на адаптиране се основава на интеграция на доказани педагогически модели и принципи.</a:t>
            </a:r>
          </a:p>
          <a:p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Акцентът върху „училищни“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подчертава нуждата от адаптиране на учебните програми според конкретните условия – профила и възможностите на учениците, квалификацията на преподавателите, спецификата на материалната база и традициите на училището. Това създава собствен облик и педагогическа „школа“, което позволява постигането на високи резултати в реален контекст.</a:t>
            </a:r>
          </a:p>
          <a:p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Детайлизирането </a:t>
            </a:r>
            <a:r>
              <a:rPr lang="bg-BG" sz="1200" b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означава разбиване на всяка учебна програма на седмичен и дневен обхват, като за всяко занятие се изготвя конкретен план с теоретични, практически и оценъчни компоненти. Съществен елемент са разнообразните дидактически материали – теоретични текстове, примерни решения, задачи за групова и индивидуална работа, тестове и инструменти за проверка.</a:t>
            </a:r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ECAD9-32EE-4091-BDA5-6BD15ACC5E58}" type="slidenum">
              <a:rPr lang="en-US" noProof="0" smtClean="0"/>
              <a:t>7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44564306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Тук виждате накратко стъпките по които действаме. Първо анализираме сегашните си програми, после разделяме на теория и практика, разпределяме ги по седмици, формулираме конкретни учебни цели, прилагаме MSCW анализ, разработваме програмите по уроци и редовно си даваме обратна връзка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4ECAD9-32EE-4091-BDA5-6BD15ACC5E58}" type="slidenum">
              <a:rPr lang="en-US" noProof="0" smtClean="0"/>
              <a:t>8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02435534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С този подход учебният процес става по-модерен и ефективен. Имаме гъвкавост и прозрачност, вмъкваме реални задачи и технологии, насърчаваме екипната работа между нас, а учениците получават по-стойностно и мотивиращо обучение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ECAD9-32EE-4091-BDA5-6BD15ACC5E58}" type="slidenum">
              <a:rPr lang="en-US" noProof="0" smtClean="0"/>
              <a:t>9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08360121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Очакваме повече активност и интерес от страна на учениците, програми по-актуални към реалността и повишена подготовка за реалния свят на избраната професия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4ECAD9-32EE-4091-BDA5-6BD15ACC5E58}" type="slidenum">
              <a:rPr lang="en-US" noProof="0" smtClean="0"/>
              <a:t>10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66473090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Този модел предполага активно участие от всички нас – обменяме опит, помагаме си, търсим нови идеи и усъвършенстваме обучението заедно. Всеки може да допринесе с добри практики или предложения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ECAD9-32EE-4091-BDA5-6BD15ACC5E58}" type="slidenum">
              <a:rPr lang="en-US" noProof="0" smtClean="0"/>
              <a:t>11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04037936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Благодаря ви за вниманието! Ще се радвам да чуя вашите въпроси, предложения и мнения. Всички идеи са добре дошли!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4ECAD9-32EE-4091-BDA5-6BD15ACC5E58}" type="slidenum">
              <a:rPr lang="en-US" noProof="0" smtClean="0"/>
              <a:t>12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3670930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9">
            <a:extLst>
              <a:ext uri="{FF2B5EF4-FFF2-40B4-BE49-F238E27FC236}">
                <a16:creationId xmlns:a16="http://schemas.microsoft.com/office/drawing/2014/main" xmlns="" id="{D1D313A2-A4D4-40DF-A0C2-C29F6416852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9925CCF1-92C0-4AF3-BFAF-4921631915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EFB0D-6DB6-450D-981E-DB5B064ABC8F}" type="datetime1">
              <a:rPr lang="en-US" noProof="0" smtClean="0"/>
              <a:t>9/27/2026</a:t>
            </a:fld>
            <a:endParaRPr lang="en-US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051A78A9-3DFF-4937-A9F2-5D8CF495F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5FAEB271-5CC0-4759-BC6E-8BE53AB22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12850" y="4508500"/>
            <a:ext cx="5118100" cy="1279652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bg1"/>
                </a:solidFill>
                <a:latin typeface="+mn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noProof="0" smtClean="0"/>
              <a:t>Click to edit Master subtitle style</a:t>
            </a:r>
            <a:endParaRPr lang="en-US" noProof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12850" y="2057400"/>
            <a:ext cx="5118100" cy="1929066"/>
          </a:xfrm>
        </p:spPr>
        <p:txBody>
          <a:bodyPr anchor="b">
            <a:noAutofit/>
          </a:bodyPr>
          <a:lstStyle>
            <a:lvl1pPr algn="l">
              <a:lnSpc>
                <a:spcPct val="90000"/>
              </a:lnSpc>
              <a:defRPr sz="5400" b="1" spc="-5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6727005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arallélogramme 14">
            <a:extLst>
              <a:ext uri="{FF2B5EF4-FFF2-40B4-BE49-F238E27FC236}">
                <a16:creationId xmlns:a16="http://schemas.microsoft.com/office/drawing/2014/main" xmlns="" id="{F5AA8A10-E19C-430B-9D5D-8D12F92BFEC5}"/>
              </a:ext>
            </a:extLst>
          </p:cNvPr>
          <p:cNvSpPr/>
          <p:nvPr userDrawn="1"/>
        </p:nvSpPr>
        <p:spPr>
          <a:xfrm>
            <a:off x="7972121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xmlns="" id="{A7C93D4F-3003-4D58-9AFB-356A0F800F42}"/>
              </a:ext>
            </a:extLst>
          </p:cNvPr>
          <p:cNvSpPr/>
          <p:nvPr userDrawn="1"/>
        </p:nvSpPr>
        <p:spPr>
          <a:xfrm>
            <a:off x="6394450" y="0"/>
            <a:ext cx="153926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9925CCF1-92C0-4AF3-BFAF-4921631915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6C8650-8C82-4FB0-9266-0148B376A8CE}" type="datetime1">
              <a:rPr lang="en-US" noProof="0" smtClean="0"/>
              <a:t>9/27/2026</a:t>
            </a:fld>
            <a:endParaRPr lang="en-US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051A78A9-3DFF-4937-A9F2-5D8CF495F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5FAEB271-5CC0-4759-BC6E-8BE53AB22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xmlns="" id="{86028FDE-6655-4B55-B3B4-5B366034E8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311900" cy="6858000"/>
          </a:xfrm>
        </p:spPr>
        <p:txBody>
          <a:bodyPr/>
          <a:lstStyle/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629400" y="758952"/>
            <a:ext cx="4526280" cy="3227514"/>
          </a:xfrm>
        </p:spPr>
        <p:txBody>
          <a:bodyPr anchor="b">
            <a:normAutofit/>
          </a:bodyPr>
          <a:lstStyle>
            <a:lvl1pPr algn="l">
              <a:lnSpc>
                <a:spcPct val="90000"/>
              </a:lnSpc>
              <a:defRPr sz="6000" b="1" spc="-5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32171" y="4508500"/>
            <a:ext cx="4526280" cy="1279652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noProof="0" smtClean="0"/>
              <a:t>Click to edit Master subtitle style</a:t>
            </a:r>
            <a:endParaRPr lang="en-US" noProof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6D3E1BBA-670B-4CAE-B839-50ADB23DDBC6}"/>
              </a:ext>
            </a:extLst>
          </p:cNvPr>
          <p:cNvSpPr/>
          <p:nvPr userDrawn="1"/>
        </p:nvSpPr>
        <p:spPr>
          <a:xfrm>
            <a:off x="6311900" y="0"/>
            <a:ext cx="153926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663938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xmlns="" id="{354D8B55-9EA8-4B81-8E84-9B93B0A27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9DE01-3159-42E8-9946-B3F7564EBC72}" type="datetime1">
              <a:rPr lang="en-US" smtClean="0"/>
              <a:t>9/27/2026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xmlns="" id="{062CA021-2578-47CB-822C-BDDFF7223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Footer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xmlns="" id="{C4AAB51D-4141-4682-9375-DAFD5FB9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82784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arallélogramme 14">
            <a:extLst>
              <a:ext uri="{FF2B5EF4-FFF2-40B4-BE49-F238E27FC236}">
                <a16:creationId xmlns:a16="http://schemas.microsoft.com/office/drawing/2014/main" xmlns="" id="{98B82A56-7790-48EC-983D-AB8F703699B2}"/>
              </a:ext>
            </a:extLst>
          </p:cNvPr>
          <p:cNvSpPr/>
          <p:nvPr userDrawn="1"/>
        </p:nvSpPr>
        <p:spPr>
          <a:xfrm>
            <a:off x="7972121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xmlns="" id="{AAF2E137-EC28-48F8-9198-1F0253902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1A1FC6A6-F894-471F-8AA4-AE4112290279}" type="datetime1">
              <a:rPr lang="en-US" noProof="0" smtClean="0"/>
              <a:t>9/27/2026</a:t>
            </a:fld>
            <a:endParaRPr lang="en-US" noProof="0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xmlns="" id="{189422CD-6F62-4DD6-89EF-07A60B42D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xmlns="" id="{69C6AFF8-42B4-4D05-969B-9F5FB3355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xmlns="" id="{E76B772A-7600-4ECE-B5A2-34827D4C710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311900" cy="6858000"/>
          </a:xfrm>
        </p:spPr>
        <p:txBody>
          <a:bodyPr/>
          <a:lstStyle/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xmlns="" id="{33820398-8D1F-4543-ABA0-7A67C38769B3}"/>
              </a:ext>
            </a:extLst>
          </p:cNvPr>
          <p:cNvSpPr/>
          <p:nvPr userDrawn="1"/>
        </p:nvSpPr>
        <p:spPr>
          <a:xfrm>
            <a:off x="2451099" y="3568700"/>
            <a:ext cx="8721725" cy="23082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en-US" sz="1400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41599" y="3746500"/>
            <a:ext cx="8331202" cy="1308100"/>
          </a:xfrm>
        </p:spPr>
        <p:txBody>
          <a:bodyPr anchor="b" anchorCtr="0">
            <a:noAutofit/>
          </a:bodyPr>
          <a:lstStyle>
            <a:lvl1pPr>
              <a:lnSpc>
                <a:spcPct val="90000"/>
              </a:lnSpc>
              <a:defRPr sz="48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41600" y="5219700"/>
            <a:ext cx="8331201" cy="58674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 smtClean="0"/>
              <a:t>Edit Master text styles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xmlns="" id="{45757C57-BBBA-44C6-9A4D-12F5D1E400AA}"/>
              </a:ext>
            </a:extLst>
          </p:cNvPr>
          <p:cNvSpPr/>
          <p:nvPr userDrawn="1"/>
        </p:nvSpPr>
        <p:spPr>
          <a:xfrm>
            <a:off x="3752850" y="3469101"/>
            <a:ext cx="5118100" cy="12566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969842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xmlns="" id="{AAF2E137-EC28-48F8-9198-1F0253902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503D98FD-B63D-46E0-B974-EC5BBAC02E27}" type="datetime1">
              <a:rPr lang="en-US" noProof="0" smtClean="0"/>
              <a:t>9/27/2026</a:t>
            </a:fld>
            <a:endParaRPr lang="en-US" noProof="0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xmlns="" id="{189422CD-6F62-4DD6-89EF-07A60B42D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xmlns="" id="{69C6AFF8-42B4-4D05-969B-9F5FB3355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xmlns="" id="{E76B772A-7600-4ECE-B5A2-34827D4C710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xmlns="" id="{33820398-8D1F-4543-ABA0-7A67C38769B3}"/>
              </a:ext>
            </a:extLst>
          </p:cNvPr>
          <p:cNvSpPr/>
          <p:nvPr userDrawn="1"/>
        </p:nvSpPr>
        <p:spPr>
          <a:xfrm>
            <a:off x="1735138" y="3568700"/>
            <a:ext cx="8721725" cy="23082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en-US" sz="1400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30399" y="3746500"/>
            <a:ext cx="8331202" cy="1308100"/>
          </a:xfrm>
        </p:spPr>
        <p:txBody>
          <a:bodyPr anchor="b" anchorCtr="0">
            <a:noAutofit/>
          </a:bodyPr>
          <a:lstStyle>
            <a:lvl1pPr algn="ctr">
              <a:lnSpc>
                <a:spcPct val="90000"/>
              </a:lnSpc>
              <a:defRPr sz="48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30400" y="5219700"/>
            <a:ext cx="8331201" cy="586740"/>
          </a:xfrm>
        </p:spPr>
        <p:txBody>
          <a:bodyPr lIns="91440" rIns="91440" anchor="t" anchorCtr="0">
            <a:normAutofit/>
          </a:bodyPr>
          <a:lstStyle>
            <a:lvl1pPr marL="0" indent="0" algn="ctr">
              <a:buNone/>
              <a:defRPr sz="2400" cap="all" spc="200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 smtClean="0"/>
              <a:t>Edit Master text styles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xmlns="" id="{45757C57-BBBA-44C6-9A4D-12F5D1E400AA}"/>
              </a:ext>
            </a:extLst>
          </p:cNvPr>
          <p:cNvSpPr/>
          <p:nvPr userDrawn="1"/>
        </p:nvSpPr>
        <p:spPr>
          <a:xfrm>
            <a:off x="3536950" y="3469101"/>
            <a:ext cx="5118100" cy="12566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7664897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2120900"/>
            <a:ext cx="4639736" cy="3748193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15944" y="2120900"/>
            <a:ext cx="4639736" cy="3748194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5782D47D-B0DC-4C40-BCC6-BBBA32584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4ECCD-A9BB-4C40-8999-9FDE0B2AF02D}" type="datetime1">
              <a:rPr lang="en-US" smtClean="0"/>
              <a:t>9/27/2026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xmlns="" id="{4690D34E-7EBD-44B2-83CA-4C126A18D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Footer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xmlns="" id="{2AC511A1-9BBD-42DE-92FB-2AF44F8E9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79728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2057400"/>
            <a:ext cx="4639736" cy="736282"/>
          </a:xfrm>
        </p:spPr>
        <p:txBody>
          <a:bodyPr lIns="91440" rIns="91440" anchor="ctr">
            <a:noAutofit/>
          </a:bodyPr>
          <a:lstStyle>
            <a:lvl1pPr marL="0" indent="0" algn="l">
              <a:buNone/>
              <a:defRPr sz="2400" b="1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86731" y="2958274"/>
            <a:ext cx="4639736" cy="2910821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15944" y="2057400"/>
            <a:ext cx="4639736" cy="736282"/>
          </a:xfrm>
        </p:spPr>
        <p:txBody>
          <a:bodyPr lIns="91440" rIns="91440" anchor="ctr">
            <a:noAutofit/>
          </a:bodyPr>
          <a:lstStyle>
            <a:lvl1pPr marL="0" indent="0">
              <a:buNone/>
              <a:defRPr sz="2400" b="1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05395" y="2958273"/>
            <a:ext cx="4639736" cy="2910821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8AF8A515-AA94-45D1-9223-5C2272618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A11315-80A2-4A6F-99BC-2337EDBA509A}" type="datetime1">
              <a:rPr lang="en-US" smtClean="0"/>
              <a:t>9/27/2026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xmlns="" id="{D052F5BC-98E0-4D60-AD67-9547738B7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Footer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xmlns="" id="{A38552DC-952E-41EA-AAAF-C2187523C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5941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xmlns="" id="{7392073F-158F-44A3-8913-917AFFC1B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23FCEE-D38D-4315-8661-B8B16CE6B114}" type="datetime1">
              <a:rPr lang="en-US" smtClean="0"/>
              <a:t>9/27/2026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xmlns="" id="{EED72207-24CA-42B7-A975-2F8E41CBA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Footer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xmlns="" id="{D01080F2-251A-4B88-9A62-16F46D724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00130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rallélogramme 14">
            <a:extLst>
              <a:ext uri="{FF2B5EF4-FFF2-40B4-BE49-F238E27FC236}">
                <a16:creationId xmlns:a16="http://schemas.microsoft.com/office/drawing/2014/main" xmlns="" id="{AF082EE3-41AA-4817-A1CC-C33DDB8F675F}"/>
              </a:ext>
            </a:extLst>
          </p:cNvPr>
          <p:cNvSpPr/>
          <p:nvPr userDrawn="1"/>
        </p:nvSpPr>
        <p:spPr>
          <a:xfrm>
            <a:off x="46672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94E9223F-721F-47BF-9FD5-0F8D12FF0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27909053-E1DD-4959-BC7A-C98D3D2614DC}" type="datetime1">
              <a:rPr lang="en-US" noProof="0" smtClean="0"/>
              <a:t>9/27/2026</a:t>
            </a:fld>
            <a:endParaRPr lang="en-US" noProof="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xmlns="" id="{05915714-6BBA-4593-8591-4E26F7D58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BE06F857-D2E1-44DD-ABDD-EBB739645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0105073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élogramme 14">
            <a:extLst>
              <a:ext uri="{FF2B5EF4-FFF2-40B4-BE49-F238E27FC236}">
                <a16:creationId xmlns:a16="http://schemas.microsoft.com/office/drawing/2014/main" xmlns="" id="{BA60C70F-7EE5-4927-B922-88B1C47FADB9}"/>
              </a:ext>
            </a:extLst>
          </p:cNvPr>
          <p:cNvSpPr/>
          <p:nvPr userDrawn="1"/>
        </p:nvSpPr>
        <p:spPr>
          <a:xfrm>
            <a:off x="74485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16D90D66-BCB9-4229-A829-628874352AC0}"/>
              </a:ext>
            </a:extLst>
          </p:cNvPr>
          <p:cNvSpPr/>
          <p:nvPr/>
        </p:nvSpPr>
        <p:spPr>
          <a:xfrm>
            <a:off x="16" y="0"/>
            <a:ext cx="4654296" cy="58642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2200" y="786383"/>
            <a:ext cx="3068833" cy="2093975"/>
          </a:xfrm>
        </p:spPr>
        <p:txBody>
          <a:bodyPr anchor="b">
            <a:normAutofit/>
          </a:bodyPr>
          <a:lstStyle>
            <a:lvl1pPr>
              <a:lnSpc>
                <a:spcPct val="90000"/>
              </a:lnSpc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58984" y="812800"/>
            <a:ext cx="5713841" cy="4868609"/>
          </a:xfrm>
        </p:spPr>
        <p:txBody>
          <a:bodyPr/>
          <a:lstStyle/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2200" y="3043050"/>
            <a:ext cx="3068832" cy="2638359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0" smtClean="0"/>
              <a:t>Edit Master text styles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xmlns="" id="{4DC51BA7-A5A7-4A7F-A707-DBBDEA7705F3}"/>
              </a:ext>
            </a:extLst>
          </p:cNvPr>
          <p:cNvSpPr/>
          <p:nvPr userDrawn="1"/>
        </p:nvSpPr>
        <p:spPr>
          <a:xfrm>
            <a:off x="0" y="1397000"/>
            <a:ext cx="1036320" cy="132948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D23174BA-29D0-4C1A-95C9-5A86FD25E47A}"/>
              </a:ext>
            </a:extLst>
          </p:cNvPr>
          <p:cNvSpPr/>
          <p:nvPr userDrawn="1"/>
        </p:nvSpPr>
        <p:spPr>
          <a:xfrm>
            <a:off x="5458983" y="624142"/>
            <a:ext cx="5713840" cy="12566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Date Placeholder 1">
            <a:extLst>
              <a:ext uri="{FF2B5EF4-FFF2-40B4-BE49-F238E27FC236}">
                <a16:creationId xmlns:a16="http://schemas.microsoft.com/office/drawing/2014/main" xmlns="" id="{F417C55D-4AE8-427B-A32E-9F54E007E6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4126" y="6446838"/>
            <a:ext cx="258485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B9C849-F1D8-4230-9F2F-9250D675BB2A}" type="datetime1">
              <a:rPr lang="en-US" noProof="0" smtClean="0"/>
              <a:t>9/27/2026</a:t>
            </a:fld>
            <a:endParaRPr lang="en-US" noProof="0" dirty="0"/>
          </a:p>
        </p:txBody>
      </p:sp>
      <p:sp>
        <p:nvSpPr>
          <p:cNvPr id="13" name="Footer Placeholder 2">
            <a:extLst>
              <a:ext uri="{FF2B5EF4-FFF2-40B4-BE49-F238E27FC236}">
                <a16:creationId xmlns:a16="http://schemas.microsoft.com/office/drawing/2014/main" xmlns="" id="{8C05871B-E916-40A4-B5E3-65C15F5A4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4846321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</a:t>
            </a:r>
          </a:p>
        </p:txBody>
      </p:sp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xmlns="" id="{B45E789F-2E61-4EC0-8973-681625FE5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5670" y="6446838"/>
            <a:ext cx="78001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cxnSp>
        <p:nvCxnSpPr>
          <p:cNvPr id="15" name="Connecteur droit 19">
            <a:extLst>
              <a:ext uri="{FF2B5EF4-FFF2-40B4-BE49-F238E27FC236}">
                <a16:creationId xmlns:a16="http://schemas.microsoft.com/office/drawing/2014/main" xmlns="" id="{D84C14C5-D99C-45CD-8001-AC745F4FB49B}"/>
              </a:ext>
            </a:extLst>
          </p:cNvPr>
          <p:cNvCxnSpPr>
            <a:cxnSpLocks/>
          </p:cNvCxnSpPr>
          <p:nvPr userDrawn="1"/>
        </p:nvCxnSpPr>
        <p:spPr>
          <a:xfrm flipH="1">
            <a:off x="1092200" y="6446838"/>
            <a:ext cx="1643438" cy="0"/>
          </a:xfrm>
          <a:prstGeom prst="line">
            <a:avLst/>
          </a:prstGeom>
          <a:ln w="285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eur droit 19">
            <a:extLst>
              <a:ext uri="{FF2B5EF4-FFF2-40B4-BE49-F238E27FC236}">
                <a16:creationId xmlns:a16="http://schemas.microsoft.com/office/drawing/2014/main" xmlns="" id="{019842DD-D0AB-4E35-9AB2-7DBB6E266120}"/>
              </a:ext>
            </a:extLst>
          </p:cNvPr>
          <p:cNvCxnSpPr>
            <a:cxnSpLocks/>
          </p:cNvCxnSpPr>
          <p:nvPr userDrawn="1"/>
        </p:nvCxnSpPr>
        <p:spPr>
          <a:xfrm flipH="1">
            <a:off x="8420100" y="6429376"/>
            <a:ext cx="1000462" cy="0"/>
          </a:xfrm>
          <a:prstGeom prst="line">
            <a:avLst/>
          </a:prstGeom>
          <a:ln w="2857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eur droit 19">
            <a:extLst>
              <a:ext uri="{FF2B5EF4-FFF2-40B4-BE49-F238E27FC236}">
                <a16:creationId xmlns:a16="http://schemas.microsoft.com/office/drawing/2014/main" xmlns="" id="{832851A7-B301-4616-9843-9A0D06646DFD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10765675" y="6446838"/>
            <a:ext cx="407258" cy="6350"/>
          </a:xfrm>
          <a:prstGeom prst="line">
            <a:avLst/>
          </a:prstGeom>
          <a:ln w="2857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92083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xmlns="" id="{354D8B55-9EA8-4B81-8E84-9B93B0A27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B7022-84E8-42F0-8AEA-ADED76AFD446}" type="datetime1">
              <a:rPr lang="en-US" smtClean="0"/>
              <a:t>9/27/2026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xmlns="" id="{062CA021-2578-47CB-822C-BDDFF7223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Footer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xmlns="" id="{C4AAB51D-4141-4682-9375-DAFD5FB9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508271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élogramme 14">
            <a:extLst>
              <a:ext uri="{FF2B5EF4-FFF2-40B4-BE49-F238E27FC236}">
                <a16:creationId xmlns:a16="http://schemas.microsoft.com/office/drawing/2014/main" xmlns="" id="{BA60C70F-7EE5-4927-B922-88B1C47FADB9}"/>
              </a:ext>
            </a:extLst>
          </p:cNvPr>
          <p:cNvSpPr/>
          <p:nvPr userDrawn="1"/>
        </p:nvSpPr>
        <p:spPr>
          <a:xfrm>
            <a:off x="74485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16D90D66-BCB9-4229-A829-628874352AC0}"/>
              </a:ext>
            </a:extLst>
          </p:cNvPr>
          <p:cNvSpPr/>
          <p:nvPr/>
        </p:nvSpPr>
        <p:spPr>
          <a:xfrm>
            <a:off x="16" y="0"/>
            <a:ext cx="4654296" cy="58642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58984" y="497808"/>
            <a:ext cx="5713841" cy="4868609"/>
          </a:xfrm>
        </p:spPr>
        <p:txBody>
          <a:bodyPr anchor="ctr"/>
          <a:lstStyle/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xmlns="" id="{4DC51BA7-A5A7-4A7F-A707-DBBDEA7705F3}"/>
              </a:ext>
            </a:extLst>
          </p:cNvPr>
          <p:cNvSpPr/>
          <p:nvPr userDrawn="1"/>
        </p:nvSpPr>
        <p:spPr>
          <a:xfrm>
            <a:off x="0" y="2003424"/>
            <a:ext cx="1036320" cy="185737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D23174BA-29D0-4C1A-95C9-5A86FD25E47A}"/>
              </a:ext>
            </a:extLst>
          </p:cNvPr>
          <p:cNvSpPr/>
          <p:nvPr userDrawn="1"/>
        </p:nvSpPr>
        <p:spPr>
          <a:xfrm>
            <a:off x="5458983" y="377398"/>
            <a:ext cx="5713840" cy="12566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Date Placeholder 1">
            <a:extLst>
              <a:ext uri="{FF2B5EF4-FFF2-40B4-BE49-F238E27FC236}">
                <a16:creationId xmlns:a16="http://schemas.microsoft.com/office/drawing/2014/main" xmlns="" id="{F417C55D-4AE8-427B-A32E-9F54E007E6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4126" y="6446838"/>
            <a:ext cx="258485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8D4C0741-442A-4788-81DA-4F081D559C5A}" type="datetime1">
              <a:rPr lang="en-US" noProof="0" smtClean="0"/>
              <a:t>9/27/2026</a:t>
            </a:fld>
            <a:endParaRPr lang="en-US" noProof="0" dirty="0"/>
          </a:p>
        </p:txBody>
      </p:sp>
      <p:sp>
        <p:nvSpPr>
          <p:cNvPr id="13" name="Footer Placeholder 2">
            <a:extLst>
              <a:ext uri="{FF2B5EF4-FFF2-40B4-BE49-F238E27FC236}">
                <a16:creationId xmlns:a16="http://schemas.microsoft.com/office/drawing/2014/main" xmlns="" id="{8C05871B-E916-40A4-B5E3-65C15F5A4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4846321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</a:t>
            </a:r>
          </a:p>
        </p:txBody>
      </p:sp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xmlns="" id="{B45E789F-2E61-4EC0-8973-681625FE5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5670" y="6446838"/>
            <a:ext cx="78001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6BC7DA98-7B92-4F45-80F8-1AEF72A601CF}"/>
              </a:ext>
            </a:extLst>
          </p:cNvPr>
          <p:cNvSpPr/>
          <p:nvPr userDrawn="1"/>
        </p:nvSpPr>
        <p:spPr>
          <a:xfrm>
            <a:off x="1078230" y="2003423"/>
            <a:ext cx="3576082" cy="1857378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2200" y="1885125"/>
            <a:ext cx="3314700" cy="2093975"/>
          </a:xfrm>
        </p:spPr>
        <p:txBody>
          <a:bodyPr anchor="ctr">
            <a:normAutofit/>
          </a:bodyPr>
          <a:lstStyle>
            <a:lvl1pPr>
              <a:lnSpc>
                <a:spcPct val="90000"/>
              </a:lnSpc>
              <a:defRPr sz="4400" b="1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xmlns="" id="{DF96815B-4256-4CE0-9FCF-3A2967CF5792}"/>
              </a:ext>
            </a:extLst>
          </p:cNvPr>
          <p:cNvSpPr/>
          <p:nvPr userDrawn="1"/>
        </p:nvSpPr>
        <p:spPr>
          <a:xfrm>
            <a:off x="1092200" y="993775"/>
            <a:ext cx="1036320" cy="936626"/>
          </a:xfrm>
          <a:prstGeom prst="rect">
            <a:avLst/>
          </a:prstGeom>
          <a:solidFill>
            <a:schemeClr val="tx2">
              <a:lumMod val="20000"/>
              <a:lumOff val="80000"/>
              <a:alpha val="2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1812829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9">
            <a:extLst>
              <a:ext uri="{FF2B5EF4-FFF2-40B4-BE49-F238E27FC236}">
                <a16:creationId xmlns:a16="http://schemas.microsoft.com/office/drawing/2014/main" xmlns="" id="{4F173117-1383-4956-B947-1EA7A51D0D4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4654296" cy="58642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  <p:sp>
        <p:nvSpPr>
          <p:cNvPr id="10" name="Parallélogramme 14">
            <a:extLst>
              <a:ext uri="{FF2B5EF4-FFF2-40B4-BE49-F238E27FC236}">
                <a16:creationId xmlns:a16="http://schemas.microsoft.com/office/drawing/2014/main" xmlns="" id="{BA60C70F-7EE5-4927-B922-88B1C47FADB9}"/>
              </a:ext>
            </a:extLst>
          </p:cNvPr>
          <p:cNvSpPr/>
          <p:nvPr userDrawn="1"/>
        </p:nvSpPr>
        <p:spPr>
          <a:xfrm>
            <a:off x="74485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58984" y="497808"/>
            <a:ext cx="5713841" cy="4868609"/>
          </a:xfrm>
        </p:spPr>
        <p:txBody>
          <a:bodyPr anchor="ctr"/>
          <a:lstStyle/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  <p:sp>
        <p:nvSpPr>
          <p:cNvPr id="12" name="Date Placeholder 1">
            <a:extLst>
              <a:ext uri="{FF2B5EF4-FFF2-40B4-BE49-F238E27FC236}">
                <a16:creationId xmlns:a16="http://schemas.microsoft.com/office/drawing/2014/main" xmlns="" id="{F417C55D-4AE8-427B-A32E-9F54E007E6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4126" y="6446838"/>
            <a:ext cx="258485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470BDB9F-6784-464D-8ED7-29E60E2B21A9}" type="datetime1">
              <a:rPr lang="en-US" noProof="0" smtClean="0"/>
              <a:t>9/27/2026</a:t>
            </a:fld>
            <a:endParaRPr lang="en-US" noProof="0" dirty="0"/>
          </a:p>
        </p:txBody>
      </p:sp>
      <p:sp>
        <p:nvSpPr>
          <p:cNvPr id="13" name="Footer Placeholder 2">
            <a:extLst>
              <a:ext uri="{FF2B5EF4-FFF2-40B4-BE49-F238E27FC236}">
                <a16:creationId xmlns:a16="http://schemas.microsoft.com/office/drawing/2014/main" xmlns="" id="{8C05871B-E916-40A4-B5E3-65C15F5A4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4846321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</a:t>
            </a:r>
          </a:p>
        </p:txBody>
      </p:sp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xmlns="" id="{B45E789F-2E61-4EC0-8973-681625FE5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5670" y="6446838"/>
            <a:ext cx="78001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2200" y="1885125"/>
            <a:ext cx="3068833" cy="2093975"/>
          </a:xfrm>
        </p:spPr>
        <p:txBody>
          <a:bodyPr anchor="ctr">
            <a:normAutofit/>
          </a:bodyPr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 noProof="0" smtClean="0"/>
              <a:t>Click to edit Master title style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95430553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élogramme 14">
            <a:extLst>
              <a:ext uri="{FF2B5EF4-FFF2-40B4-BE49-F238E27FC236}">
                <a16:creationId xmlns:a16="http://schemas.microsoft.com/office/drawing/2014/main" xmlns="" id="{BA60C70F-7EE5-4927-B922-88B1C47FADB9}"/>
              </a:ext>
            </a:extLst>
          </p:cNvPr>
          <p:cNvSpPr/>
          <p:nvPr userDrawn="1"/>
        </p:nvSpPr>
        <p:spPr>
          <a:xfrm>
            <a:off x="74485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84722" y="548355"/>
            <a:ext cx="6054846" cy="634336"/>
          </a:xfrm>
        </p:spPr>
        <p:txBody>
          <a:bodyPr anchor="ctr">
            <a:noAutofit/>
          </a:bodyPr>
          <a:lstStyle>
            <a:lvl1pPr>
              <a:lnSpc>
                <a:spcPct val="90000"/>
              </a:lnSpc>
              <a:defRPr sz="3600" b="1" i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0833" y="1611313"/>
            <a:ext cx="6072099" cy="3755104"/>
          </a:xfrm>
        </p:spPr>
        <p:txBody>
          <a:bodyPr anchor="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  <p:sp>
        <p:nvSpPr>
          <p:cNvPr id="12" name="Date Placeholder 1">
            <a:extLst>
              <a:ext uri="{FF2B5EF4-FFF2-40B4-BE49-F238E27FC236}">
                <a16:creationId xmlns:a16="http://schemas.microsoft.com/office/drawing/2014/main" xmlns="" id="{F417C55D-4AE8-427B-A32E-9F54E007E6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4126" y="6446838"/>
            <a:ext cx="258485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6DA3ABBD-A00D-4624-9D57-736F5DDBFABC}" type="datetime1">
              <a:rPr lang="en-US" noProof="0" smtClean="0"/>
              <a:t>9/27/2026</a:t>
            </a:fld>
            <a:endParaRPr lang="en-US" noProof="0" dirty="0"/>
          </a:p>
        </p:txBody>
      </p:sp>
      <p:sp>
        <p:nvSpPr>
          <p:cNvPr id="13" name="Footer Placeholder 2">
            <a:extLst>
              <a:ext uri="{FF2B5EF4-FFF2-40B4-BE49-F238E27FC236}">
                <a16:creationId xmlns:a16="http://schemas.microsoft.com/office/drawing/2014/main" xmlns="" id="{8C05871B-E916-40A4-B5E3-65C15F5A4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4846321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</a:t>
            </a:r>
          </a:p>
        </p:txBody>
      </p:sp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xmlns="" id="{B45E789F-2E61-4EC0-8973-681625FE5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5670" y="6446838"/>
            <a:ext cx="78001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8" name="Picture Placeholder 9">
            <a:extLst>
              <a:ext uri="{FF2B5EF4-FFF2-40B4-BE49-F238E27FC236}">
                <a16:creationId xmlns:a16="http://schemas.microsoft.com/office/drawing/2014/main" xmlns="" id="{4F173117-1383-4956-B947-1EA7A51D0D4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4654296" cy="58642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75104652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7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9">
            <a:extLst>
              <a:ext uri="{FF2B5EF4-FFF2-40B4-BE49-F238E27FC236}">
                <a16:creationId xmlns:a16="http://schemas.microsoft.com/office/drawing/2014/main" xmlns="" id="{4F173117-1383-4956-B947-1EA7A51D0D4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3541486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  <p:sp>
        <p:nvSpPr>
          <p:cNvPr id="10" name="Parallélogramme 14">
            <a:extLst>
              <a:ext uri="{FF2B5EF4-FFF2-40B4-BE49-F238E27FC236}">
                <a16:creationId xmlns:a16="http://schemas.microsoft.com/office/drawing/2014/main" xmlns="" id="{BA60C70F-7EE5-4927-B922-88B1C47FADB9}"/>
              </a:ext>
            </a:extLst>
          </p:cNvPr>
          <p:cNvSpPr/>
          <p:nvPr userDrawn="1"/>
        </p:nvSpPr>
        <p:spPr>
          <a:xfrm>
            <a:off x="74485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8577" y="880375"/>
            <a:ext cx="6054846" cy="634336"/>
          </a:xfrm>
        </p:spPr>
        <p:txBody>
          <a:bodyPr anchor="ctr">
            <a:noAutofit/>
          </a:bodyPr>
          <a:lstStyle>
            <a:lvl1pPr algn="ctr">
              <a:lnSpc>
                <a:spcPct val="90000"/>
              </a:lnSpc>
              <a:defRPr sz="3600" b="1" i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12" name="Date Placeholder 1">
            <a:extLst>
              <a:ext uri="{FF2B5EF4-FFF2-40B4-BE49-F238E27FC236}">
                <a16:creationId xmlns:a16="http://schemas.microsoft.com/office/drawing/2014/main" xmlns="" id="{F417C55D-4AE8-427B-A32E-9F54E007E6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4126" y="6446838"/>
            <a:ext cx="258485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E6BF20AA-C418-460A-B9CF-8F3DD94C436D}" type="datetime1">
              <a:rPr lang="en-US" noProof="0" smtClean="0"/>
              <a:t>9/27/2026</a:t>
            </a:fld>
            <a:endParaRPr lang="en-US" noProof="0" dirty="0"/>
          </a:p>
        </p:txBody>
      </p:sp>
      <p:sp>
        <p:nvSpPr>
          <p:cNvPr id="13" name="Footer Placeholder 2">
            <a:extLst>
              <a:ext uri="{FF2B5EF4-FFF2-40B4-BE49-F238E27FC236}">
                <a16:creationId xmlns:a16="http://schemas.microsoft.com/office/drawing/2014/main" xmlns="" id="{8C05871B-E916-40A4-B5E3-65C15F5A4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4846321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</a:t>
            </a:r>
          </a:p>
        </p:txBody>
      </p:sp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xmlns="" id="{B45E789F-2E61-4EC0-8973-681625FE5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5670" y="6446838"/>
            <a:ext cx="78001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xmlns="" id="{AF446475-024F-4C71-99D3-501468ACAD11}"/>
              </a:ext>
            </a:extLst>
          </p:cNvPr>
          <p:cNvSpPr/>
          <p:nvPr userDrawn="1"/>
        </p:nvSpPr>
        <p:spPr>
          <a:xfrm>
            <a:off x="5577840" y="0"/>
            <a:ext cx="1036320" cy="6858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76760285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élogramme 14">
            <a:extLst>
              <a:ext uri="{FF2B5EF4-FFF2-40B4-BE49-F238E27FC236}">
                <a16:creationId xmlns:a16="http://schemas.microsoft.com/office/drawing/2014/main" xmlns="" id="{BA60C70F-7EE5-4927-B922-88B1C47FADB9}"/>
              </a:ext>
            </a:extLst>
          </p:cNvPr>
          <p:cNvSpPr/>
          <p:nvPr userDrawn="1"/>
        </p:nvSpPr>
        <p:spPr>
          <a:xfrm>
            <a:off x="74485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648F6D61-9E88-4632-A0A8-CB2E0CC5DEAF}"/>
              </a:ext>
            </a:extLst>
          </p:cNvPr>
          <p:cNvSpPr/>
          <p:nvPr userDrawn="1"/>
        </p:nvSpPr>
        <p:spPr>
          <a:xfrm>
            <a:off x="4654312" y="507333"/>
            <a:ext cx="7537688" cy="484955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16D90D66-BCB9-4229-A829-628874352AC0}"/>
              </a:ext>
            </a:extLst>
          </p:cNvPr>
          <p:cNvSpPr/>
          <p:nvPr/>
        </p:nvSpPr>
        <p:spPr>
          <a:xfrm>
            <a:off x="16" y="0"/>
            <a:ext cx="4654296" cy="58642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2200" y="1885125"/>
            <a:ext cx="3068833" cy="2093975"/>
          </a:xfrm>
        </p:spPr>
        <p:txBody>
          <a:bodyPr anchor="ctr">
            <a:normAutofit/>
          </a:bodyPr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73373" y="943430"/>
            <a:ext cx="4699452" cy="3977366"/>
          </a:xfrm>
        </p:spPr>
        <p:txBody>
          <a:bodyPr anchor="ctr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  <p:sp>
        <p:nvSpPr>
          <p:cNvPr id="12" name="Date Placeholder 1">
            <a:extLst>
              <a:ext uri="{FF2B5EF4-FFF2-40B4-BE49-F238E27FC236}">
                <a16:creationId xmlns:a16="http://schemas.microsoft.com/office/drawing/2014/main" xmlns="" id="{F417C55D-4AE8-427B-A32E-9F54E007E6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4126" y="6446838"/>
            <a:ext cx="258485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063F5CE0-F8B8-4EAA-822E-6451047E7D5F}" type="datetime1">
              <a:rPr lang="en-US" noProof="0" smtClean="0"/>
              <a:t>9/27/2026</a:t>
            </a:fld>
            <a:endParaRPr lang="en-US" noProof="0" dirty="0"/>
          </a:p>
        </p:txBody>
      </p:sp>
      <p:sp>
        <p:nvSpPr>
          <p:cNvPr id="13" name="Footer Placeholder 2">
            <a:extLst>
              <a:ext uri="{FF2B5EF4-FFF2-40B4-BE49-F238E27FC236}">
                <a16:creationId xmlns:a16="http://schemas.microsoft.com/office/drawing/2014/main" xmlns="" id="{8C05871B-E916-40A4-B5E3-65C15F5A4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4846321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</a:t>
            </a:r>
          </a:p>
        </p:txBody>
      </p:sp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xmlns="" id="{B45E789F-2E61-4EC0-8973-681625FE5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5670" y="6446838"/>
            <a:ext cx="78001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xmlns="" id="{EF73BF96-A07C-4AAA-A37F-65151BD22A70}"/>
              </a:ext>
            </a:extLst>
          </p:cNvPr>
          <p:cNvSpPr/>
          <p:nvPr userDrawn="1"/>
        </p:nvSpPr>
        <p:spPr>
          <a:xfrm>
            <a:off x="4370251" y="2322780"/>
            <a:ext cx="1348378" cy="121866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01277159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élogramme 14">
            <a:extLst>
              <a:ext uri="{FF2B5EF4-FFF2-40B4-BE49-F238E27FC236}">
                <a16:creationId xmlns:a16="http://schemas.microsoft.com/office/drawing/2014/main" xmlns="" id="{BA60C70F-7EE5-4927-B922-88B1C47FADB9}"/>
              </a:ext>
            </a:extLst>
          </p:cNvPr>
          <p:cNvSpPr/>
          <p:nvPr userDrawn="1"/>
        </p:nvSpPr>
        <p:spPr>
          <a:xfrm>
            <a:off x="74485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648F6D61-9E88-4632-A0A8-CB2E0CC5DEAF}"/>
              </a:ext>
            </a:extLst>
          </p:cNvPr>
          <p:cNvSpPr/>
          <p:nvPr userDrawn="1"/>
        </p:nvSpPr>
        <p:spPr>
          <a:xfrm>
            <a:off x="4654312" y="507333"/>
            <a:ext cx="7537688" cy="48495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16D90D66-BCB9-4229-A829-628874352AC0}"/>
              </a:ext>
            </a:extLst>
          </p:cNvPr>
          <p:cNvSpPr/>
          <p:nvPr userDrawn="1"/>
        </p:nvSpPr>
        <p:spPr>
          <a:xfrm>
            <a:off x="16" y="0"/>
            <a:ext cx="4654296" cy="58642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2200" y="1885125"/>
            <a:ext cx="3068833" cy="2093975"/>
          </a:xfrm>
        </p:spPr>
        <p:txBody>
          <a:bodyPr anchor="ctr">
            <a:normAutofit/>
          </a:bodyPr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18529" y="943430"/>
            <a:ext cx="4654296" cy="3977366"/>
          </a:xfrm>
        </p:spPr>
        <p:txBody>
          <a:bodyPr anchor="ctr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  <p:sp>
        <p:nvSpPr>
          <p:cNvPr id="12" name="Date Placeholder 1">
            <a:extLst>
              <a:ext uri="{FF2B5EF4-FFF2-40B4-BE49-F238E27FC236}">
                <a16:creationId xmlns:a16="http://schemas.microsoft.com/office/drawing/2014/main" xmlns="" id="{F417C55D-4AE8-427B-A32E-9F54E007E6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4126" y="6446838"/>
            <a:ext cx="258485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21F8AE65-7CE3-49A8-B2CC-A5A64E5730FA}" type="datetime1">
              <a:rPr lang="en-US" noProof="0" smtClean="0"/>
              <a:t>9/27/2026</a:t>
            </a:fld>
            <a:endParaRPr lang="en-US" noProof="0" dirty="0"/>
          </a:p>
        </p:txBody>
      </p:sp>
      <p:sp>
        <p:nvSpPr>
          <p:cNvPr id="13" name="Footer Placeholder 2">
            <a:extLst>
              <a:ext uri="{FF2B5EF4-FFF2-40B4-BE49-F238E27FC236}">
                <a16:creationId xmlns:a16="http://schemas.microsoft.com/office/drawing/2014/main" xmlns="" id="{8C05871B-E916-40A4-B5E3-65C15F5A4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4846321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</a:t>
            </a:r>
          </a:p>
        </p:txBody>
      </p:sp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xmlns="" id="{B45E789F-2E61-4EC0-8973-681625FE5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5670" y="6446838"/>
            <a:ext cx="78001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xmlns="" id="{6127F28F-6C7B-471B-9839-EF88426C1976}"/>
              </a:ext>
            </a:extLst>
          </p:cNvPr>
          <p:cNvSpPr/>
          <p:nvPr userDrawn="1"/>
        </p:nvSpPr>
        <p:spPr>
          <a:xfrm>
            <a:off x="4370251" y="2322780"/>
            <a:ext cx="1348378" cy="121866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49861624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DA134939-39C0-4522-A125-A13DFDA66490}"/>
              </a:ext>
            </a:extLst>
          </p:cNvPr>
          <p:cNvSpPr/>
          <p:nvPr/>
        </p:nvSpPr>
        <p:spPr>
          <a:xfrm>
            <a:off x="0" y="4578350"/>
            <a:ext cx="12188825" cy="227965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578350"/>
          </a:xfrm>
          <a:solidFill>
            <a:schemeClr val="bg1"/>
          </a:solidFill>
        </p:spPr>
        <p:txBody>
          <a:bodyPr lIns="457200" tIns="457200"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79" y="4799362"/>
            <a:ext cx="10113645" cy="743682"/>
          </a:xfrm>
        </p:spPr>
        <p:txBody>
          <a:bodyPr tIns="0" bIns="0" anchor="b">
            <a:noAutofit/>
          </a:bodyPr>
          <a:lstStyle>
            <a:lvl1pPr algn="ctr">
              <a:defRPr sz="4400" b="1">
                <a:solidFill>
                  <a:srgbClr val="FFFFFF"/>
                </a:solidFill>
              </a:defRPr>
            </a:lvl1pPr>
          </a:lstStyle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79" y="5715000"/>
            <a:ext cx="10113264" cy="60960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0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046700-360D-4474-9946-7580E8968658}" type="datetime1">
              <a:rPr lang="en-US" noProof="0" smtClean="0"/>
              <a:t>9/27/2026</a:t>
            </a:fld>
            <a:endParaRPr lang="en-U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6818262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Footer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xmlns="" id="{B4A4DE4A-F8EF-47D5-8C37-A9021C2BB6A3}"/>
              </a:ext>
            </a:extLst>
          </p:cNvPr>
          <p:cNvSpPr/>
          <p:nvPr userDrawn="1"/>
        </p:nvSpPr>
        <p:spPr>
          <a:xfrm>
            <a:off x="3536950" y="4535901"/>
            <a:ext cx="5118100" cy="12566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59869563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xmlns="" id="{7D5506EE-1026-4F35-9ACC-BD05BE0F9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667F3-A942-43B7-9681-6435F4941075}" type="datetime1">
              <a:rPr lang="en-US" smtClean="0"/>
              <a:t>9/27/2026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xmlns="" id="{B7696E5F-8D95-4450-AE52-5438E6EDE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Footer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xmlns="" id="{999B2253-74CC-409E-BEB0-F8EFCFCB5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60409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1346200"/>
            <a:ext cx="2448033" cy="4530725"/>
          </a:xfrm>
        </p:spPr>
        <p:txBody>
          <a:bodyPr vert="eaVert"/>
          <a:lstStyle/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92200" y="1346200"/>
            <a:ext cx="7480300" cy="4530723"/>
          </a:xfrm>
        </p:spPr>
        <p:txBody>
          <a:bodyPr vert="eaVert" lIns="45720" tIns="0" rIns="45720" bIns="0"/>
          <a:lstStyle/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xmlns="" id="{AF33D6B0-F070-45C4-A472-19F432BE3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576BB9-001A-4B59-8C51-603E71AE3226}" type="datetime1">
              <a:rPr lang="en-US" noProof="0" smtClean="0"/>
              <a:t>9/27/2026</a:t>
            </a:fld>
            <a:endParaRPr lang="en-US" noProof="0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xmlns="" id="{9975399F-DAB2-410D-967F-ED17E6F79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Footer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xmlns="" id="{F762A46F-6BE5-4D12-9412-5CA7672EA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xmlns="" id="{6B443CC6-CDCA-4595-ADAE-DCB961FF1A8E}"/>
              </a:ext>
            </a:extLst>
          </p:cNvPr>
          <p:cNvSpPr/>
          <p:nvPr userDrawn="1"/>
        </p:nvSpPr>
        <p:spPr>
          <a:xfrm rot="16200000">
            <a:off x="8871481" y="-146580"/>
            <a:ext cx="1036320" cy="132948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9406879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arallélogramme 14">
            <a:extLst>
              <a:ext uri="{FF2B5EF4-FFF2-40B4-BE49-F238E27FC236}">
                <a16:creationId xmlns:a16="http://schemas.microsoft.com/office/drawing/2014/main" xmlns="" id="{D20796F3-5674-4AF5-9623-575731F82E52}"/>
              </a:ext>
            </a:extLst>
          </p:cNvPr>
          <p:cNvSpPr/>
          <p:nvPr userDrawn="1"/>
        </p:nvSpPr>
        <p:spPr>
          <a:xfrm>
            <a:off x="46672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6548" y="2108201"/>
            <a:ext cx="10058400" cy="376089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34126" y="6446838"/>
            <a:ext cx="2584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010F8E8D-DF54-49BE-BDBC-401B280C4E3C}" type="datetime1">
              <a:rPr lang="en-US" noProof="0" smtClean="0"/>
              <a:t>9/27/2026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97279" y="6446838"/>
            <a:ext cx="484632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75670" y="6446838"/>
            <a:ext cx="7800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0F25E55C-1C16-46C6-B789-A4B2BCEF8F86}"/>
              </a:ext>
            </a:extLst>
          </p:cNvPr>
          <p:cNvSpPr/>
          <p:nvPr userDrawn="1"/>
        </p:nvSpPr>
        <p:spPr>
          <a:xfrm>
            <a:off x="0" y="1011981"/>
            <a:ext cx="1036320" cy="6858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6902857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6" r:id="rId1"/>
    <p:sldLayoutId id="2147483718" r:id="rId2"/>
    <p:sldLayoutId id="2147483707" r:id="rId3"/>
    <p:sldLayoutId id="2147483708" r:id="rId4"/>
    <p:sldLayoutId id="2147483719" r:id="rId5"/>
    <p:sldLayoutId id="2147483709" r:id="rId6"/>
    <p:sldLayoutId id="2147483716" r:id="rId7"/>
    <p:sldLayoutId id="2147483710" r:id="rId8"/>
    <p:sldLayoutId id="2147483711" r:id="rId9"/>
    <p:sldLayoutId id="2147483712" r:id="rId10"/>
    <p:sldLayoutId id="2147483727" r:id="rId11"/>
    <p:sldLayoutId id="2147483720" r:id="rId12"/>
    <p:sldLayoutId id="2147483721" r:id="rId13"/>
    <p:sldLayoutId id="2147483725" r:id="rId14"/>
    <p:sldLayoutId id="2147483726" r:id="rId15"/>
    <p:sldLayoutId id="2147483722" r:id="rId16"/>
    <p:sldLayoutId id="2147483723" r:id="rId17"/>
    <p:sldLayoutId id="2147483715" r:id="rId18"/>
    <p:sldLayoutId id="2147483713" r:id="rId19"/>
    <p:sldLayoutId id="2147483714" r:id="rId20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b="1" kern="1200" spc="-50" baseline="0">
          <a:solidFill>
            <a:schemeClr val="tx1">
              <a:lumMod val="75000"/>
              <a:lumOff val="25000"/>
            </a:schemeClr>
          </a:solidFill>
          <a:latin typeface="+mn-lt"/>
          <a:ea typeface="+mj-ea"/>
          <a:cs typeface="+mj-cs"/>
        </a:defRPr>
      </a:lvl1pPr>
    </p:titleStyle>
    <p:bodyStyle>
      <a:lvl1pPr marL="266700" indent="-266700" algn="l" defTabSz="914400" rtl="0" eaLnBrk="1" latinLnBrk="0" hangingPunct="1">
        <a:lnSpc>
          <a:spcPct val="10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Wingdings" panose="05000000000000000000" pitchFamily="2" charset="2"/>
        <a:buChar char="§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" panose="05000000000000000000" pitchFamily="2" charset="2"/>
        <a:buChar char="§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" panose="05000000000000000000" pitchFamily="2" charset="2"/>
        <a:buChar char="§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" panose="05000000000000000000" pitchFamily="2" charset="2"/>
        <a:buChar char="§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" panose="05000000000000000000" pitchFamily="2" charset="2"/>
        <a:buChar char="§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 xmlns="">
        <p15:guide id="1" orient="horz" pos="187" userDrawn="1">
          <p15:clr>
            <a:srgbClr val="F26B43"/>
          </p15:clr>
        </p15:guide>
        <p15:guide id="2" pos="688" userDrawn="1">
          <p15:clr>
            <a:srgbClr val="F26B43"/>
          </p15:clr>
        </p15:guide>
        <p15:guide id="3" pos="7038" userDrawn="1">
          <p15:clr>
            <a:srgbClr val="F26B43"/>
          </p15:clr>
        </p15:guide>
        <p15:guide id="4" orient="horz" pos="3702" userDrawn="1">
          <p15:clr>
            <a:srgbClr val="F26B43"/>
          </p15:clr>
        </p15:guide>
        <p15:guide id="5" orient="horz" pos="4065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 descr="Group of people talking">
            <a:extLst>
              <a:ext uri="{FF2B5EF4-FFF2-40B4-BE49-F238E27FC236}">
                <a16:creationId xmlns:a16="http://schemas.microsoft.com/office/drawing/2014/main" xmlns="" id="{C7D5F6B1-1228-4C2A-AE2C-950C34054CE4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 cstate="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6311900" cy="6858000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xmlns="" id="{A017FF9C-6A7E-4A79-81BB-438E8EA9676A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46545" y="614149"/>
            <a:ext cx="4526280" cy="943015"/>
          </a:xfrm>
        </p:spPr>
        <p:txBody>
          <a:bodyPr/>
          <a:lstStyle/>
          <a:p>
            <a:r>
              <a:rPr lang="bg-BG" dirty="0" smtClean="0"/>
              <a:t>ИРИДА</a:t>
            </a:r>
            <a:r>
              <a:rPr lang="en-US" dirty="0" smtClean="0"/>
              <a:t>:</a:t>
            </a:r>
            <a:endParaRPr lang="en-US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4"/>
          <a:srcRect l="23704" t="50" r="20718" b="-202"/>
          <a:stretch/>
        </p:blipFill>
        <p:spPr>
          <a:xfrm>
            <a:off x="-1194369" y="0"/>
            <a:ext cx="7506269" cy="6858000"/>
          </a:xfrm>
          <a:prstGeom prst="rect">
            <a:avLst/>
          </a:prstGeom>
        </p:spPr>
      </p:pic>
      <p:sp>
        <p:nvSpPr>
          <p:cNvPr id="7" name="Title 2">
            <a:extLst>
              <a:ext uri="{FF2B5EF4-FFF2-40B4-BE49-F238E27FC236}">
                <a16:creationId xmlns:a16="http://schemas.microsoft.com/office/drawing/2014/main" xmlns="" id="{A017FF9C-6A7E-4A79-81BB-438E8EA9676A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 txBox="1">
            <a:spLocks/>
          </p:cNvSpPr>
          <p:nvPr/>
        </p:nvSpPr>
        <p:spPr>
          <a:xfrm>
            <a:off x="6705600" y="1899806"/>
            <a:ext cx="5304430" cy="205949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1" kern="1200" spc="-50" baseline="0">
                <a:solidFill>
                  <a:schemeClr val="accent1"/>
                </a:solidFill>
                <a:latin typeface="+mn-lt"/>
                <a:ea typeface="+mj-ea"/>
                <a:cs typeface="+mj-cs"/>
              </a:defRPr>
            </a:lvl1pPr>
          </a:lstStyle>
          <a:p>
            <a:pPr algn="ctr"/>
            <a:r>
              <a:rPr lang="ru-RU" sz="4000" dirty="0">
                <a:solidFill>
                  <a:schemeClr val="tx1"/>
                </a:solidFill>
              </a:rPr>
              <a:t>от </a:t>
            </a:r>
            <a:r>
              <a:rPr lang="ru-RU" sz="4000" dirty="0" err="1">
                <a:solidFill>
                  <a:schemeClr val="tx1"/>
                </a:solidFill>
              </a:rPr>
              <a:t>учебната</a:t>
            </a:r>
            <a:r>
              <a:rPr lang="ru-RU" sz="4000" dirty="0">
                <a:solidFill>
                  <a:schemeClr val="tx1"/>
                </a:solidFill>
              </a:rPr>
              <a:t> </a:t>
            </a:r>
            <a:r>
              <a:rPr lang="ru-RU" sz="4000" dirty="0" err="1">
                <a:solidFill>
                  <a:schemeClr val="tx1"/>
                </a:solidFill>
              </a:rPr>
              <a:t>програма</a:t>
            </a:r>
            <a:r>
              <a:rPr lang="ru-RU" sz="4000" dirty="0">
                <a:solidFill>
                  <a:schemeClr val="tx1"/>
                </a:solidFill>
              </a:rPr>
              <a:t> до </a:t>
            </a:r>
            <a:r>
              <a:rPr lang="ru-RU" sz="4000" dirty="0" err="1">
                <a:solidFill>
                  <a:schemeClr val="tx1"/>
                </a:solidFill>
              </a:rPr>
              <a:t>работещ</a:t>
            </a:r>
            <a:r>
              <a:rPr lang="ru-RU" sz="4000" dirty="0">
                <a:solidFill>
                  <a:schemeClr val="tx1"/>
                </a:solidFill>
              </a:rPr>
              <a:t> урок</a:t>
            </a:r>
            <a:endParaRPr lang="en-US" sz="4000" dirty="0">
              <a:solidFill>
                <a:schemeClr val="tx1"/>
              </a:solidFill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27890" y="5718412"/>
            <a:ext cx="2182140" cy="804745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3637450"/>
              </p:ext>
            </p:extLst>
          </p:nvPr>
        </p:nvGraphicFramePr>
        <p:xfrm>
          <a:off x="6402657" y="4958982"/>
          <a:ext cx="5789343" cy="51136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789343">
                  <a:extLst>
                    <a:ext uri="{9D8B030D-6E8A-4147-A177-3AD203B41FA5}">
                      <a16:colId xmlns:a16="http://schemas.microsoft.com/office/drawing/2014/main" xmlns="" val="256770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bg-BG" sz="1600" cap="all" spc="100" dirty="0">
                          <a:effectLst/>
                        </a:rPr>
                        <a:t>Банско </a:t>
                      </a:r>
                      <a:r>
                        <a:rPr lang="bg-BG" sz="1600" cap="all" spc="100" dirty="0" smtClean="0">
                          <a:effectLst/>
                        </a:rPr>
                        <a:t>202</a:t>
                      </a:r>
                      <a:r>
                        <a:rPr lang="en-US" sz="1600" cap="all" spc="100" dirty="0" smtClean="0">
                          <a:effectLst/>
                        </a:rPr>
                        <a:t>6</a:t>
                      </a:r>
                      <a:endParaRPr lang="bg-BG" sz="1400" dirty="0">
                        <a:effectLst/>
                      </a:endParaRPr>
                    </a:p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bg-BG" sz="1400" dirty="0" smtClean="0">
                          <a:effectLst/>
                        </a:rPr>
                        <a:t>инж</a:t>
                      </a:r>
                      <a:r>
                        <a:rPr lang="bg-BG" sz="1400" dirty="0">
                          <a:effectLst/>
                        </a:rPr>
                        <a:t>. Георги Бориков</a:t>
                      </a:r>
                      <a:endParaRPr lang="bg-BG" sz="1400" b="1" dirty="0">
                        <a:solidFill>
                          <a:srgbClr val="082A75"/>
                        </a:solidFill>
                        <a:effectLst/>
                        <a:latin typeface="Calibri" panose="020F0502020204030204" pitchFamily="34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114300" marR="114300" marT="0" marB="0"/>
                </a:tc>
                <a:extLst>
                  <a:ext uri="{0D108BD9-81ED-4DB2-BD59-A6C34878D82A}">
                    <a16:rowId xmlns:a16="http://schemas.microsoft.com/office/drawing/2014/main" xmlns="" val="1728547444"/>
                  </a:ext>
                </a:extLst>
              </a:tr>
            </a:tbl>
          </a:graphicData>
        </a:graphic>
      </p:graphicFrame>
      <p:cxnSp>
        <p:nvCxnSpPr>
          <p:cNvPr id="9" name="Право съединение 6" descr="Разделител на текст"/>
          <p:cNvCxnSpPr/>
          <p:nvPr/>
        </p:nvCxnSpPr>
        <p:spPr>
          <a:xfrm>
            <a:off x="6469080" y="5229503"/>
            <a:ext cx="1637690" cy="8834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22968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xmlns="" id="{4613E22E-01DB-414D-9831-64C0E2A8B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1025236"/>
            <a:ext cx="10058400" cy="712124"/>
          </a:xfrm>
        </p:spPr>
        <p:txBody>
          <a:bodyPr>
            <a:normAutofit fontScale="90000"/>
          </a:bodyPr>
          <a:lstStyle/>
          <a:p>
            <a:r>
              <a:rPr lang="bg-BG" dirty="0"/>
              <a:t>подготовката </a:t>
            </a:r>
            <a:r>
              <a:rPr lang="bg-BG" dirty="0" smtClean="0"/>
              <a:t>на урок е разпръсната</a:t>
            </a:r>
            <a:endParaRPr lang="en-US" dirty="0"/>
          </a:p>
        </p:txBody>
      </p:sp>
      <p:pic>
        <p:nvPicPr>
          <p:cNvPr id="1027" name="Picture 3"/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669" y="2501733"/>
            <a:ext cx="11648817" cy="19178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" name="Правоъгълник 3"/>
          <p:cNvSpPr/>
          <p:nvPr/>
        </p:nvSpPr>
        <p:spPr>
          <a:xfrm>
            <a:off x="346359" y="4327455"/>
            <a:ext cx="1911927" cy="646331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pPr algn="ctr"/>
            <a:r>
              <a:rPr lang="bg-BG" dirty="0" smtClean="0"/>
              <a:t>учебна </a:t>
            </a:r>
          </a:p>
          <a:p>
            <a:pPr algn="ctr"/>
            <a:r>
              <a:rPr lang="bg-BG" dirty="0" smtClean="0"/>
              <a:t>програма</a:t>
            </a:r>
            <a:endParaRPr lang="bg-BG" dirty="0"/>
          </a:p>
        </p:txBody>
      </p:sp>
      <p:sp>
        <p:nvSpPr>
          <p:cNvPr id="9" name="Правоъгълник 8"/>
          <p:cNvSpPr/>
          <p:nvPr/>
        </p:nvSpPr>
        <p:spPr>
          <a:xfrm>
            <a:off x="9850584" y="4327455"/>
            <a:ext cx="2286000" cy="646331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pPr algn="ctr"/>
            <a:r>
              <a:rPr lang="bg-BG" dirty="0" smtClean="0"/>
              <a:t>материали  и </a:t>
            </a:r>
          </a:p>
          <a:p>
            <a:pPr algn="ctr"/>
            <a:r>
              <a:rPr lang="bg-BG" dirty="0" smtClean="0"/>
              <a:t>документи</a:t>
            </a:r>
            <a:endParaRPr lang="bg-BG" dirty="0"/>
          </a:p>
        </p:txBody>
      </p:sp>
      <p:sp>
        <p:nvSpPr>
          <p:cNvPr id="5" name="Правоъгълник 4"/>
          <p:cNvSpPr/>
          <p:nvPr/>
        </p:nvSpPr>
        <p:spPr>
          <a:xfrm>
            <a:off x="2341416" y="4327455"/>
            <a:ext cx="1756122" cy="646331"/>
          </a:xfrm>
          <a:prstGeom prst="rect">
            <a:avLst/>
          </a:prstGeom>
        </p:spPr>
        <p:txBody>
          <a:bodyPr wrap="none" anchor="ctr">
            <a:spAutoFit/>
          </a:bodyPr>
          <a:lstStyle/>
          <a:p>
            <a:pPr algn="ctr"/>
            <a:r>
              <a:rPr lang="bg-BG" dirty="0"/>
              <a:t>тематично </a:t>
            </a:r>
            <a:endParaRPr lang="bg-BG" dirty="0" smtClean="0"/>
          </a:p>
          <a:p>
            <a:pPr algn="ctr"/>
            <a:r>
              <a:rPr lang="bg-BG" dirty="0" smtClean="0"/>
              <a:t>разпределение </a:t>
            </a:r>
            <a:endParaRPr lang="bg-BG" dirty="0"/>
          </a:p>
        </p:txBody>
      </p:sp>
      <p:sp>
        <p:nvSpPr>
          <p:cNvPr id="6" name="Правоъгълник 5"/>
          <p:cNvSpPr/>
          <p:nvPr/>
        </p:nvSpPr>
        <p:spPr>
          <a:xfrm>
            <a:off x="4079027" y="4465954"/>
            <a:ext cx="2224788" cy="369332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pPr algn="ctr"/>
            <a:r>
              <a:rPr lang="ru-RU" dirty="0"/>
              <a:t>план на урока</a:t>
            </a:r>
            <a:endParaRPr lang="bg-BG" dirty="0"/>
          </a:p>
        </p:txBody>
      </p:sp>
      <p:sp>
        <p:nvSpPr>
          <p:cNvPr id="8" name="Правоъгълник 7"/>
          <p:cNvSpPr/>
          <p:nvPr/>
        </p:nvSpPr>
        <p:spPr>
          <a:xfrm>
            <a:off x="6296339" y="4465954"/>
            <a:ext cx="1491114" cy="369332"/>
          </a:xfrm>
          <a:prstGeom prst="rect">
            <a:avLst/>
          </a:prstGeom>
        </p:spPr>
        <p:txBody>
          <a:bodyPr wrap="none" anchor="ctr">
            <a:spAutoFit/>
          </a:bodyPr>
          <a:lstStyle/>
          <a:p>
            <a:r>
              <a:rPr lang="bg-BG" dirty="0"/>
              <a:t>презентация </a:t>
            </a:r>
          </a:p>
        </p:txBody>
      </p:sp>
      <p:sp>
        <p:nvSpPr>
          <p:cNvPr id="10" name="Правоъгълник 9"/>
          <p:cNvSpPr/>
          <p:nvPr/>
        </p:nvSpPr>
        <p:spPr>
          <a:xfrm>
            <a:off x="8465135" y="4327455"/>
            <a:ext cx="1107996" cy="646331"/>
          </a:xfrm>
          <a:prstGeom prst="rect">
            <a:avLst/>
          </a:prstGeom>
        </p:spPr>
        <p:txBody>
          <a:bodyPr wrap="none" anchor="ctr">
            <a:spAutoFit/>
          </a:bodyPr>
          <a:lstStyle/>
          <a:p>
            <a:pPr algn="ctr"/>
            <a:r>
              <a:rPr lang="bg-BG" dirty="0" smtClean="0"/>
              <a:t>задачи и </a:t>
            </a:r>
          </a:p>
          <a:p>
            <a:pPr algn="ctr"/>
            <a:r>
              <a:rPr lang="bg-BG" dirty="0" smtClean="0"/>
              <a:t>тестове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41726043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xmlns="" id="{391097BE-A044-49F5-B5CA-AE183B9565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254" y="1813207"/>
            <a:ext cx="3697009" cy="2093975"/>
          </a:xfrm>
        </p:spPr>
        <p:txBody>
          <a:bodyPr/>
          <a:lstStyle/>
          <a:p>
            <a:pPr algn="ctr"/>
            <a:r>
              <a:rPr lang="bg-BG" dirty="0"/>
              <a:t>кратко определение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xmlns="" id="{411E9392-71EA-4293-909F-1FE7DD38E3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9147" y="684876"/>
            <a:ext cx="5984925" cy="4538294"/>
          </a:xfrm>
        </p:spPr>
        <p:txBody>
          <a:bodyPr>
            <a:normAutofit/>
          </a:bodyPr>
          <a:lstStyle/>
          <a:p>
            <a:pPr algn="just"/>
            <a:r>
              <a:rPr lang="bg-BG" sz="2200" b="1" dirty="0" smtClean="0"/>
              <a:t>ИРИДА е уеб базирана система за дидактическо планиране и управление на учебния процес, създадена първоначално за нуждите на професионалното образование и изпробвана реално в работата ми с ученици.</a:t>
            </a:r>
            <a:endParaRPr lang="bg-BG" sz="2200" b="1" dirty="0"/>
          </a:p>
        </p:txBody>
      </p:sp>
      <p:grpSp>
        <p:nvGrpSpPr>
          <p:cNvPr id="10" name="Group 9" descr="Info">
            <a:extLst>
              <a:ext uri="{FF2B5EF4-FFF2-40B4-BE49-F238E27FC236}">
                <a16:creationId xmlns:a16="http://schemas.microsoft.com/office/drawing/2014/main" xmlns="" id="{04EACC33-3BBF-4195-8927-841FEBB364AD}"/>
              </a:ext>
            </a:extLst>
          </p:cNvPr>
          <p:cNvGrpSpPr/>
          <p:nvPr/>
        </p:nvGrpSpPr>
        <p:grpSpPr>
          <a:xfrm>
            <a:off x="4637454" y="2530474"/>
            <a:ext cx="803276" cy="803276"/>
            <a:chOff x="4914764" y="3319462"/>
            <a:chExt cx="619125" cy="619125"/>
          </a:xfrm>
          <a:solidFill>
            <a:schemeClr val="bg1"/>
          </a:solidFill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xmlns="" id="{400D0FC6-FE6C-422D-87EC-3F2A40F92771}"/>
                </a:ext>
              </a:extLst>
            </p:cNvPr>
            <p:cNvSpPr/>
            <p:nvPr/>
          </p:nvSpPr>
          <p:spPr>
            <a:xfrm>
              <a:off x="4914764" y="3319462"/>
              <a:ext cx="619125" cy="619125"/>
            </a:xfrm>
            <a:custGeom>
              <a:avLst/>
              <a:gdLst>
                <a:gd name="connsiteX0" fmla="*/ 309563 w 619125"/>
                <a:gd name="connsiteY0" fmla="*/ 0 h 619125"/>
                <a:gd name="connsiteX1" fmla="*/ 0 w 619125"/>
                <a:gd name="connsiteY1" fmla="*/ 309563 h 619125"/>
                <a:gd name="connsiteX2" fmla="*/ 309563 w 619125"/>
                <a:gd name="connsiteY2" fmla="*/ 619125 h 619125"/>
                <a:gd name="connsiteX3" fmla="*/ 619125 w 619125"/>
                <a:gd name="connsiteY3" fmla="*/ 309563 h 619125"/>
                <a:gd name="connsiteX4" fmla="*/ 309563 w 619125"/>
                <a:gd name="connsiteY4" fmla="*/ 0 h 619125"/>
                <a:gd name="connsiteX5" fmla="*/ 309563 w 619125"/>
                <a:gd name="connsiteY5" fmla="*/ 581025 h 619125"/>
                <a:gd name="connsiteX6" fmla="*/ 38100 w 619125"/>
                <a:gd name="connsiteY6" fmla="*/ 309563 h 619125"/>
                <a:gd name="connsiteX7" fmla="*/ 309563 w 619125"/>
                <a:gd name="connsiteY7" fmla="*/ 38100 h 619125"/>
                <a:gd name="connsiteX8" fmla="*/ 581025 w 619125"/>
                <a:gd name="connsiteY8" fmla="*/ 309563 h 619125"/>
                <a:gd name="connsiteX9" fmla="*/ 309563 w 619125"/>
                <a:gd name="connsiteY9" fmla="*/ 581025 h 619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19125" h="619125">
                  <a:moveTo>
                    <a:pt x="309563" y="0"/>
                  </a:moveTo>
                  <a:cubicBezTo>
                    <a:pt x="138875" y="0"/>
                    <a:pt x="0" y="138865"/>
                    <a:pt x="0" y="309563"/>
                  </a:cubicBezTo>
                  <a:cubicBezTo>
                    <a:pt x="0" y="480260"/>
                    <a:pt x="138875" y="619125"/>
                    <a:pt x="309563" y="619125"/>
                  </a:cubicBezTo>
                  <a:cubicBezTo>
                    <a:pt x="480250" y="619125"/>
                    <a:pt x="619125" y="480260"/>
                    <a:pt x="619125" y="309563"/>
                  </a:cubicBezTo>
                  <a:cubicBezTo>
                    <a:pt x="619125" y="138865"/>
                    <a:pt x="480250" y="0"/>
                    <a:pt x="309563" y="0"/>
                  </a:cubicBezTo>
                  <a:close/>
                  <a:moveTo>
                    <a:pt x="309563" y="581025"/>
                  </a:moveTo>
                  <a:cubicBezTo>
                    <a:pt x="159877" y="581025"/>
                    <a:pt x="38100" y="459248"/>
                    <a:pt x="38100" y="309563"/>
                  </a:cubicBezTo>
                  <a:cubicBezTo>
                    <a:pt x="38100" y="159877"/>
                    <a:pt x="159877" y="38100"/>
                    <a:pt x="309563" y="38100"/>
                  </a:cubicBezTo>
                  <a:cubicBezTo>
                    <a:pt x="459248" y="38100"/>
                    <a:pt x="581025" y="159877"/>
                    <a:pt x="581025" y="309563"/>
                  </a:cubicBezTo>
                  <a:cubicBezTo>
                    <a:pt x="581025" y="459248"/>
                    <a:pt x="459248" y="581025"/>
                    <a:pt x="309563" y="58102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xmlns="" id="{EADF13BE-BF58-43E3-9534-281EFDABF659}"/>
                </a:ext>
              </a:extLst>
            </p:cNvPr>
            <p:cNvSpPr/>
            <p:nvPr/>
          </p:nvSpPr>
          <p:spPr>
            <a:xfrm>
              <a:off x="5195751" y="3473729"/>
              <a:ext cx="57150" cy="57150"/>
            </a:xfrm>
            <a:custGeom>
              <a:avLst/>
              <a:gdLst>
                <a:gd name="connsiteX0" fmla="*/ 63722 w 57150"/>
                <a:gd name="connsiteY0" fmla="*/ 31861 h 57150"/>
                <a:gd name="connsiteX1" fmla="*/ 31861 w 57150"/>
                <a:gd name="connsiteY1" fmla="*/ 63722 h 57150"/>
                <a:gd name="connsiteX2" fmla="*/ 0 w 57150"/>
                <a:gd name="connsiteY2" fmla="*/ 31861 h 57150"/>
                <a:gd name="connsiteX3" fmla="*/ 31861 w 57150"/>
                <a:gd name="connsiteY3" fmla="*/ 0 h 57150"/>
                <a:gd name="connsiteX4" fmla="*/ 63722 w 57150"/>
                <a:gd name="connsiteY4" fmla="*/ 31861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150" h="57150">
                  <a:moveTo>
                    <a:pt x="63722" y="31861"/>
                  </a:moveTo>
                  <a:cubicBezTo>
                    <a:pt x="63722" y="49458"/>
                    <a:pt x="49458" y="63722"/>
                    <a:pt x="31861" y="63722"/>
                  </a:cubicBezTo>
                  <a:cubicBezTo>
                    <a:pt x="14265" y="63722"/>
                    <a:pt x="0" y="49458"/>
                    <a:pt x="0" y="31861"/>
                  </a:cubicBezTo>
                  <a:cubicBezTo>
                    <a:pt x="0" y="14265"/>
                    <a:pt x="14265" y="0"/>
                    <a:pt x="31861" y="0"/>
                  </a:cubicBezTo>
                  <a:cubicBezTo>
                    <a:pt x="49458" y="0"/>
                    <a:pt x="63722" y="14265"/>
                    <a:pt x="63722" y="3186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xmlns="" id="{914EC720-9A79-4D18-8746-AE0BDD325E79}"/>
                </a:ext>
              </a:extLst>
            </p:cNvPr>
            <p:cNvSpPr/>
            <p:nvPr/>
          </p:nvSpPr>
          <p:spPr>
            <a:xfrm>
              <a:off x="5205276" y="3589420"/>
              <a:ext cx="38100" cy="200025"/>
            </a:xfrm>
            <a:custGeom>
              <a:avLst/>
              <a:gdLst>
                <a:gd name="connsiteX0" fmla="*/ 19050 w 38100"/>
                <a:gd name="connsiteY0" fmla="*/ 0 h 200025"/>
                <a:gd name="connsiteX1" fmla="*/ 0 w 38100"/>
                <a:gd name="connsiteY1" fmla="*/ 19050 h 200025"/>
                <a:gd name="connsiteX2" fmla="*/ 0 w 38100"/>
                <a:gd name="connsiteY2" fmla="*/ 180975 h 200025"/>
                <a:gd name="connsiteX3" fmla="*/ 19050 w 38100"/>
                <a:gd name="connsiteY3" fmla="*/ 200025 h 200025"/>
                <a:gd name="connsiteX4" fmla="*/ 38100 w 38100"/>
                <a:gd name="connsiteY4" fmla="*/ 180975 h 200025"/>
                <a:gd name="connsiteX5" fmla="*/ 38100 w 38100"/>
                <a:gd name="connsiteY5" fmla="*/ 19050 h 200025"/>
                <a:gd name="connsiteX6" fmla="*/ 19050 w 38100"/>
                <a:gd name="connsiteY6" fmla="*/ 0 h 200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100" h="200025">
                  <a:moveTo>
                    <a:pt x="19050" y="0"/>
                  </a:moveTo>
                  <a:cubicBezTo>
                    <a:pt x="8534" y="0"/>
                    <a:pt x="0" y="8534"/>
                    <a:pt x="0" y="19050"/>
                  </a:cubicBezTo>
                  <a:lnTo>
                    <a:pt x="0" y="180975"/>
                  </a:lnTo>
                  <a:cubicBezTo>
                    <a:pt x="0" y="191491"/>
                    <a:pt x="8534" y="200025"/>
                    <a:pt x="19050" y="200025"/>
                  </a:cubicBezTo>
                  <a:cubicBezTo>
                    <a:pt x="29566" y="200025"/>
                    <a:pt x="38100" y="191491"/>
                    <a:pt x="38100" y="180975"/>
                  </a:cubicBezTo>
                  <a:lnTo>
                    <a:pt x="38100" y="19050"/>
                  </a:lnTo>
                  <a:cubicBezTo>
                    <a:pt x="38100" y="8525"/>
                    <a:pt x="29566" y="0"/>
                    <a:pt x="1905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3997159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xmlns="" id="{391097BE-A044-49F5-B5CA-AE183B9565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254" y="1813207"/>
            <a:ext cx="3697009" cy="2093975"/>
          </a:xfrm>
        </p:spPr>
        <p:txBody>
          <a:bodyPr/>
          <a:lstStyle/>
          <a:p>
            <a:pPr algn="ctr"/>
            <a:r>
              <a:rPr lang="bg-BG" dirty="0" smtClean="0"/>
              <a:t>Три нива на работа</a:t>
            </a:r>
            <a:endParaRPr lang="en-US" dirty="0"/>
          </a:p>
        </p:txBody>
      </p:sp>
      <p:grpSp>
        <p:nvGrpSpPr>
          <p:cNvPr id="10" name="Group 9" descr="Info">
            <a:extLst>
              <a:ext uri="{FF2B5EF4-FFF2-40B4-BE49-F238E27FC236}">
                <a16:creationId xmlns:a16="http://schemas.microsoft.com/office/drawing/2014/main" xmlns="" id="{04EACC33-3BBF-4195-8927-841FEBB364AD}"/>
              </a:ext>
            </a:extLst>
          </p:cNvPr>
          <p:cNvGrpSpPr/>
          <p:nvPr/>
        </p:nvGrpSpPr>
        <p:grpSpPr>
          <a:xfrm>
            <a:off x="4637454" y="2530474"/>
            <a:ext cx="803276" cy="803276"/>
            <a:chOff x="4914764" y="3319462"/>
            <a:chExt cx="619125" cy="619125"/>
          </a:xfrm>
          <a:solidFill>
            <a:schemeClr val="bg1"/>
          </a:solidFill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xmlns="" id="{400D0FC6-FE6C-422D-87EC-3F2A40F92771}"/>
                </a:ext>
              </a:extLst>
            </p:cNvPr>
            <p:cNvSpPr/>
            <p:nvPr/>
          </p:nvSpPr>
          <p:spPr>
            <a:xfrm>
              <a:off x="4914764" y="3319462"/>
              <a:ext cx="619125" cy="619125"/>
            </a:xfrm>
            <a:custGeom>
              <a:avLst/>
              <a:gdLst>
                <a:gd name="connsiteX0" fmla="*/ 309563 w 619125"/>
                <a:gd name="connsiteY0" fmla="*/ 0 h 619125"/>
                <a:gd name="connsiteX1" fmla="*/ 0 w 619125"/>
                <a:gd name="connsiteY1" fmla="*/ 309563 h 619125"/>
                <a:gd name="connsiteX2" fmla="*/ 309563 w 619125"/>
                <a:gd name="connsiteY2" fmla="*/ 619125 h 619125"/>
                <a:gd name="connsiteX3" fmla="*/ 619125 w 619125"/>
                <a:gd name="connsiteY3" fmla="*/ 309563 h 619125"/>
                <a:gd name="connsiteX4" fmla="*/ 309563 w 619125"/>
                <a:gd name="connsiteY4" fmla="*/ 0 h 619125"/>
                <a:gd name="connsiteX5" fmla="*/ 309563 w 619125"/>
                <a:gd name="connsiteY5" fmla="*/ 581025 h 619125"/>
                <a:gd name="connsiteX6" fmla="*/ 38100 w 619125"/>
                <a:gd name="connsiteY6" fmla="*/ 309563 h 619125"/>
                <a:gd name="connsiteX7" fmla="*/ 309563 w 619125"/>
                <a:gd name="connsiteY7" fmla="*/ 38100 h 619125"/>
                <a:gd name="connsiteX8" fmla="*/ 581025 w 619125"/>
                <a:gd name="connsiteY8" fmla="*/ 309563 h 619125"/>
                <a:gd name="connsiteX9" fmla="*/ 309563 w 619125"/>
                <a:gd name="connsiteY9" fmla="*/ 581025 h 619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19125" h="619125">
                  <a:moveTo>
                    <a:pt x="309563" y="0"/>
                  </a:moveTo>
                  <a:cubicBezTo>
                    <a:pt x="138875" y="0"/>
                    <a:pt x="0" y="138865"/>
                    <a:pt x="0" y="309563"/>
                  </a:cubicBezTo>
                  <a:cubicBezTo>
                    <a:pt x="0" y="480260"/>
                    <a:pt x="138875" y="619125"/>
                    <a:pt x="309563" y="619125"/>
                  </a:cubicBezTo>
                  <a:cubicBezTo>
                    <a:pt x="480250" y="619125"/>
                    <a:pt x="619125" y="480260"/>
                    <a:pt x="619125" y="309563"/>
                  </a:cubicBezTo>
                  <a:cubicBezTo>
                    <a:pt x="619125" y="138865"/>
                    <a:pt x="480250" y="0"/>
                    <a:pt x="309563" y="0"/>
                  </a:cubicBezTo>
                  <a:close/>
                  <a:moveTo>
                    <a:pt x="309563" y="581025"/>
                  </a:moveTo>
                  <a:cubicBezTo>
                    <a:pt x="159877" y="581025"/>
                    <a:pt x="38100" y="459248"/>
                    <a:pt x="38100" y="309563"/>
                  </a:cubicBezTo>
                  <a:cubicBezTo>
                    <a:pt x="38100" y="159877"/>
                    <a:pt x="159877" y="38100"/>
                    <a:pt x="309563" y="38100"/>
                  </a:cubicBezTo>
                  <a:cubicBezTo>
                    <a:pt x="459248" y="38100"/>
                    <a:pt x="581025" y="159877"/>
                    <a:pt x="581025" y="309563"/>
                  </a:cubicBezTo>
                  <a:cubicBezTo>
                    <a:pt x="581025" y="459248"/>
                    <a:pt x="459248" y="581025"/>
                    <a:pt x="309563" y="58102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xmlns="" id="{EADF13BE-BF58-43E3-9534-281EFDABF659}"/>
                </a:ext>
              </a:extLst>
            </p:cNvPr>
            <p:cNvSpPr/>
            <p:nvPr/>
          </p:nvSpPr>
          <p:spPr>
            <a:xfrm>
              <a:off x="5195751" y="3473729"/>
              <a:ext cx="57150" cy="57150"/>
            </a:xfrm>
            <a:custGeom>
              <a:avLst/>
              <a:gdLst>
                <a:gd name="connsiteX0" fmla="*/ 63722 w 57150"/>
                <a:gd name="connsiteY0" fmla="*/ 31861 h 57150"/>
                <a:gd name="connsiteX1" fmla="*/ 31861 w 57150"/>
                <a:gd name="connsiteY1" fmla="*/ 63722 h 57150"/>
                <a:gd name="connsiteX2" fmla="*/ 0 w 57150"/>
                <a:gd name="connsiteY2" fmla="*/ 31861 h 57150"/>
                <a:gd name="connsiteX3" fmla="*/ 31861 w 57150"/>
                <a:gd name="connsiteY3" fmla="*/ 0 h 57150"/>
                <a:gd name="connsiteX4" fmla="*/ 63722 w 57150"/>
                <a:gd name="connsiteY4" fmla="*/ 31861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150" h="57150">
                  <a:moveTo>
                    <a:pt x="63722" y="31861"/>
                  </a:moveTo>
                  <a:cubicBezTo>
                    <a:pt x="63722" y="49458"/>
                    <a:pt x="49458" y="63722"/>
                    <a:pt x="31861" y="63722"/>
                  </a:cubicBezTo>
                  <a:cubicBezTo>
                    <a:pt x="14265" y="63722"/>
                    <a:pt x="0" y="49458"/>
                    <a:pt x="0" y="31861"/>
                  </a:cubicBezTo>
                  <a:cubicBezTo>
                    <a:pt x="0" y="14265"/>
                    <a:pt x="14265" y="0"/>
                    <a:pt x="31861" y="0"/>
                  </a:cubicBezTo>
                  <a:cubicBezTo>
                    <a:pt x="49458" y="0"/>
                    <a:pt x="63722" y="14265"/>
                    <a:pt x="63722" y="3186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xmlns="" id="{914EC720-9A79-4D18-8746-AE0BDD325E79}"/>
                </a:ext>
              </a:extLst>
            </p:cNvPr>
            <p:cNvSpPr/>
            <p:nvPr/>
          </p:nvSpPr>
          <p:spPr>
            <a:xfrm>
              <a:off x="5205276" y="3589420"/>
              <a:ext cx="38100" cy="200025"/>
            </a:xfrm>
            <a:custGeom>
              <a:avLst/>
              <a:gdLst>
                <a:gd name="connsiteX0" fmla="*/ 19050 w 38100"/>
                <a:gd name="connsiteY0" fmla="*/ 0 h 200025"/>
                <a:gd name="connsiteX1" fmla="*/ 0 w 38100"/>
                <a:gd name="connsiteY1" fmla="*/ 19050 h 200025"/>
                <a:gd name="connsiteX2" fmla="*/ 0 w 38100"/>
                <a:gd name="connsiteY2" fmla="*/ 180975 h 200025"/>
                <a:gd name="connsiteX3" fmla="*/ 19050 w 38100"/>
                <a:gd name="connsiteY3" fmla="*/ 200025 h 200025"/>
                <a:gd name="connsiteX4" fmla="*/ 38100 w 38100"/>
                <a:gd name="connsiteY4" fmla="*/ 180975 h 200025"/>
                <a:gd name="connsiteX5" fmla="*/ 38100 w 38100"/>
                <a:gd name="connsiteY5" fmla="*/ 19050 h 200025"/>
                <a:gd name="connsiteX6" fmla="*/ 19050 w 38100"/>
                <a:gd name="connsiteY6" fmla="*/ 0 h 200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100" h="200025">
                  <a:moveTo>
                    <a:pt x="19050" y="0"/>
                  </a:moveTo>
                  <a:cubicBezTo>
                    <a:pt x="8534" y="0"/>
                    <a:pt x="0" y="8534"/>
                    <a:pt x="0" y="19050"/>
                  </a:cubicBezTo>
                  <a:lnTo>
                    <a:pt x="0" y="180975"/>
                  </a:lnTo>
                  <a:cubicBezTo>
                    <a:pt x="0" y="191491"/>
                    <a:pt x="8534" y="200025"/>
                    <a:pt x="19050" y="200025"/>
                  </a:cubicBezTo>
                  <a:cubicBezTo>
                    <a:pt x="29566" y="200025"/>
                    <a:pt x="38100" y="191491"/>
                    <a:pt x="38100" y="180975"/>
                  </a:cubicBezTo>
                  <a:lnTo>
                    <a:pt x="38100" y="19050"/>
                  </a:lnTo>
                  <a:cubicBezTo>
                    <a:pt x="38100" y="8525"/>
                    <a:pt x="29566" y="0"/>
                    <a:pt x="1905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graphicFrame>
        <p:nvGraphicFramePr>
          <p:cNvPr id="3" name="Контейнер за съдържание 2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76255335"/>
              </p:ext>
            </p:extLst>
          </p:nvPr>
        </p:nvGraphicFramePr>
        <p:xfrm>
          <a:off x="5902037" y="1078211"/>
          <a:ext cx="5805055" cy="3836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0758"/>
                <a:gridCol w="3204297"/>
              </a:tblGrid>
              <a:tr h="959211">
                <a:tc>
                  <a:txBody>
                    <a:bodyPr/>
                    <a:lstStyle/>
                    <a:p>
                      <a:pPr algn="ctr"/>
                      <a:r>
                        <a:rPr lang="bg-BG" dirty="0" smtClean="0"/>
                        <a:t>Ниво</a:t>
                      </a:r>
                      <a:endParaRPr lang="bg-BG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bg-BG" dirty="0" smtClean="0"/>
                        <a:t>Какво подпомага</a:t>
                      </a:r>
                      <a:endParaRPr lang="bg-BG" dirty="0"/>
                    </a:p>
                  </a:txBody>
                  <a:tcPr anchor="ctr"/>
                </a:tc>
              </a:tr>
              <a:tr h="959211">
                <a:tc>
                  <a:txBody>
                    <a:bodyPr/>
                    <a:lstStyle/>
                    <a:p>
                      <a:r>
                        <a:rPr lang="bg-BG" dirty="0" smtClean="0"/>
                        <a:t>Годишно планиране</a:t>
                      </a:r>
                      <a:endParaRPr lang="bg-BG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bg-BG" noProof="0" dirty="0" smtClean="0"/>
                        <a:t>предмети, хорариум, раздели, теми, теория и практика</a:t>
                      </a:r>
                      <a:endParaRPr lang="bg-BG" noProof="0" dirty="0"/>
                    </a:p>
                  </a:txBody>
                  <a:tcPr anchor="ctr"/>
                </a:tc>
              </a:tr>
              <a:tr h="959211">
                <a:tc>
                  <a:txBody>
                    <a:bodyPr/>
                    <a:lstStyle/>
                    <a:p>
                      <a:r>
                        <a:rPr lang="bg-BG" dirty="0" smtClean="0"/>
                        <a:t>Подготовка на урок</a:t>
                      </a:r>
                      <a:endParaRPr lang="bg-BG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bg-BG" noProof="0" dirty="0" smtClean="0"/>
                        <a:t>цели, време, дейности, ресурси, оценяване</a:t>
                      </a:r>
                      <a:endParaRPr lang="bg-BG" noProof="0" dirty="0"/>
                    </a:p>
                  </a:txBody>
                  <a:tcPr anchor="ctr"/>
                </a:tc>
              </a:tr>
              <a:tr h="959211">
                <a:tc>
                  <a:txBody>
                    <a:bodyPr/>
                    <a:lstStyle/>
                    <a:p>
                      <a:r>
                        <a:rPr lang="bg-BG" dirty="0" smtClean="0"/>
                        <a:t>Работа с учениците</a:t>
                      </a:r>
                      <a:endParaRPr lang="bg-BG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bg-BG" noProof="0" dirty="0" smtClean="0"/>
                        <a:t>материали, задачи, самостоятелна работа, обратна връзка</a:t>
                      </a:r>
                      <a:endParaRPr lang="bg-BG" noProof="0" dirty="0"/>
                    </a:p>
                  </a:txBody>
                  <a:tcPr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605246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xmlns="" id="{391097BE-A044-49F5-B5CA-AE183B9565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545" y="1813207"/>
            <a:ext cx="4142509" cy="2093975"/>
          </a:xfrm>
        </p:spPr>
        <p:txBody>
          <a:bodyPr>
            <a:normAutofit/>
          </a:bodyPr>
          <a:lstStyle/>
          <a:p>
            <a:pPr algn="ctr"/>
            <a:r>
              <a:rPr lang="bg-BG" sz="3200" dirty="0" smtClean="0"/>
              <a:t>пътят </a:t>
            </a:r>
            <a:br>
              <a:rPr lang="bg-BG" sz="3200" dirty="0" smtClean="0"/>
            </a:br>
            <a:r>
              <a:rPr lang="bg-BG" sz="3200" dirty="0" smtClean="0"/>
              <a:t>от учебната програма </a:t>
            </a:r>
            <a:br>
              <a:rPr lang="bg-BG" sz="3200" dirty="0" smtClean="0"/>
            </a:br>
            <a:r>
              <a:rPr lang="bg-BG" sz="3200" dirty="0" smtClean="0"/>
              <a:t>до урока</a:t>
            </a:r>
            <a:endParaRPr lang="bg-BG" sz="3200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xmlns="" id="{411E9392-71EA-4293-909F-1FE7DD38E3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48399" y="926510"/>
            <a:ext cx="5500254" cy="4538294"/>
          </a:xfrm>
        </p:spPr>
        <p:txBody>
          <a:bodyPr>
            <a:normAutofit/>
          </a:bodyPr>
          <a:lstStyle/>
          <a:p>
            <a:pPr marL="457200" indent="-457200" algn="just">
              <a:buFont typeface="+mj-lt"/>
              <a:buAutoNum type="arabicPeriod"/>
            </a:pPr>
            <a:r>
              <a:rPr lang="bg-BG" sz="2200" b="1" dirty="0" smtClean="0"/>
              <a:t>Учебен план и хорариум.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bg-BG" sz="2200" b="1" dirty="0" smtClean="0"/>
              <a:t>Теория и практика.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bg-BG" sz="2200" b="1" dirty="0" smtClean="0"/>
              <a:t>Раздели и теми.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bg-BG" sz="2200" b="1" dirty="0" smtClean="0"/>
              <a:t>Цели и очаквани резултати.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bg-BG" sz="2200" b="1" dirty="0" smtClean="0"/>
              <a:t>Приоритети на съдържанието.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bg-BG" sz="2200" b="1" dirty="0" smtClean="0"/>
              <a:t>Конкретни занятия.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bg-BG" sz="2200" b="1" dirty="0" smtClean="0"/>
              <a:t>Връзки между теория и практика.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bg-BG" sz="2200" b="1" dirty="0" smtClean="0"/>
              <a:t>Урок, ресурси и оценяване.</a:t>
            </a:r>
          </a:p>
          <a:p>
            <a:pPr algn="just"/>
            <a:endParaRPr lang="bg-BG" sz="2200" b="1" dirty="0"/>
          </a:p>
        </p:txBody>
      </p:sp>
      <p:grpSp>
        <p:nvGrpSpPr>
          <p:cNvPr id="10" name="Group 9" descr="Info">
            <a:extLst>
              <a:ext uri="{FF2B5EF4-FFF2-40B4-BE49-F238E27FC236}">
                <a16:creationId xmlns:a16="http://schemas.microsoft.com/office/drawing/2014/main" xmlns="" id="{04EACC33-3BBF-4195-8927-841FEBB364AD}"/>
              </a:ext>
            </a:extLst>
          </p:cNvPr>
          <p:cNvGrpSpPr/>
          <p:nvPr/>
        </p:nvGrpSpPr>
        <p:grpSpPr>
          <a:xfrm>
            <a:off x="4637454" y="2530474"/>
            <a:ext cx="803276" cy="803276"/>
            <a:chOff x="4914764" y="3319462"/>
            <a:chExt cx="619125" cy="619125"/>
          </a:xfrm>
          <a:solidFill>
            <a:schemeClr val="bg1"/>
          </a:solidFill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xmlns="" id="{400D0FC6-FE6C-422D-87EC-3F2A40F92771}"/>
                </a:ext>
              </a:extLst>
            </p:cNvPr>
            <p:cNvSpPr/>
            <p:nvPr/>
          </p:nvSpPr>
          <p:spPr>
            <a:xfrm>
              <a:off x="4914764" y="3319462"/>
              <a:ext cx="619125" cy="619125"/>
            </a:xfrm>
            <a:custGeom>
              <a:avLst/>
              <a:gdLst>
                <a:gd name="connsiteX0" fmla="*/ 309563 w 619125"/>
                <a:gd name="connsiteY0" fmla="*/ 0 h 619125"/>
                <a:gd name="connsiteX1" fmla="*/ 0 w 619125"/>
                <a:gd name="connsiteY1" fmla="*/ 309563 h 619125"/>
                <a:gd name="connsiteX2" fmla="*/ 309563 w 619125"/>
                <a:gd name="connsiteY2" fmla="*/ 619125 h 619125"/>
                <a:gd name="connsiteX3" fmla="*/ 619125 w 619125"/>
                <a:gd name="connsiteY3" fmla="*/ 309563 h 619125"/>
                <a:gd name="connsiteX4" fmla="*/ 309563 w 619125"/>
                <a:gd name="connsiteY4" fmla="*/ 0 h 619125"/>
                <a:gd name="connsiteX5" fmla="*/ 309563 w 619125"/>
                <a:gd name="connsiteY5" fmla="*/ 581025 h 619125"/>
                <a:gd name="connsiteX6" fmla="*/ 38100 w 619125"/>
                <a:gd name="connsiteY6" fmla="*/ 309563 h 619125"/>
                <a:gd name="connsiteX7" fmla="*/ 309563 w 619125"/>
                <a:gd name="connsiteY7" fmla="*/ 38100 h 619125"/>
                <a:gd name="connsiteX8" fmla="*/ 581025 w 619125"/>
                <a:gd name="connsiteY8" fmla="*/ 309563 h 619125"/>
                <a:gd name="connsiteX9" fmla="*/ 309563 w 619125"/>
                <a:gd name="connsiteY9" fmla="*/ 581025 h 619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19125" h="619125">
                  <a:moveTo>
                    <a:pt x="309563" y="0"/>
                  </a:moveTo>
                  <a:cubicBezTo>
                    <a:pt x="138875" y="0"/>
                    <a:pt x="0" y="138865"/>
                    <a:pt x="0" y="309563"/>
                  </a:cubicBezTo>
                  <a:cubicBezTo>
                    <a:pt x="0" y="480260"/>
                    <a:pt x="138875" y="619125"/>
                    <a:pt x="309563" y="619125"/>
                  </a:cubicBezTo>
                  <a:cubicBezTo>
                    <a:pt x="480250" y="619125"/>
                    <a:pt x="619125" y="480260"/>
                    <a:pt x="619125" y="309563"/>
                  </a:cubicBezTo>
                  <a:cubicBezTo>
                    <a:pt x="619125" y="138865"/>
                    <a:pt x="480250" y="0"/>
                    <a:pt x="309563" y="0"/>
                  </a:cubicBezTo>
                  <a:close/>
                  <a:moveTo>
                    <a:pt x="309563" y="581025"/>
                  </a:moveTo>
                  <a:cubicBezTo>
                    <a:pt x="159877" y="581025"/>
                    <a:pt x="38100" y="459248"/>
                    <a:pt x="38100" y="309563"/>
                  </a:cubicBezTo>
                  <a:cubicBezTo>
                    <a:pt x="38100" y="159877"/>
                    <a:pt x="159877" y="38100"/>
                    <a:pt x="309563" y="38100"/>
                  </a:cubicBezTo>
                  <a:cubicBezTo>
                    <a:pt x="459248" y="38100"/>
                    <a:pt x="581025" y="159877"/>
                    <a:pt x="581025" y="309563"/>
                  </a:cubicBezTo>
                  <a:cubicBezTo>
                    <a:pt x="581025" y="459248"/>
                    <a:pt x="459248" y="581025"/>
                    <a:pt x="309563" y="58102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xmlns="" id="{EADF13BE-BF58-43E3-9534-281EFDABF659}"/>
                </a:ext>
              </a:extLst>
            </p:cNvPr>
            <p:cNvSpPr/>
            <p:nvPr/>
          </p:nvSpPr>
          <p:spPr>
            <a:xfrm>
              <a:off x="5195751" y="3473729"/>
              <a:ext cx="57150" cy="57150"/>
            </a:xfrm>
            <a:custGeom>
              <a:avLst/>
              <a:gdLst>
                <a:gd name="connsiteX0" fmla="*/ 63722 w 57150"/>
                <a:gd name="connsiteY0" fmla="*/ 31861 h 57150"/>
                <a:gd name="connsiteX1" fmla="*/ 31861 w 57150"/>
                <a:gd name="connsiteY1" fmla="*/ 63722 h 57150"/>
                <a:gd name="connsiteX2" fmla="*/ 0 w 57150"/>
                <a:gd name="connsiteY2" fmla="*/ 31861 h 57150"/>
                <a:gd name="connsiteX3" fmla="*/ 31861 w 57150"/>
                <a:gd name="connsiteY3" fmla="*/ 0 h 57150"/>
                <a:gd name="connsiteX4" fmla="*/ 63722 w 57150"/>
                <a:gd name="connsiteY4" fmla="*/ 31861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150" h="57150">
                  <a:moveTo>
                    <a:pt x="63722" y="31861"/>
                  </a:moveTo>
                  <a:cubicBezTo>
                    <a:pt x="63722" y="49458"/>
                    <a:pt x="49458" y="63722"/>
                    <a:pt x="31861" y="63722"/>
                  </a:cubicBezTo>
                  <a:cubicBezTo>
                    <a:pt x="14265" y="63722"/>
                    <a:pt x="0" y="49458"/>
                    <a:pt x="0" y="31861"/>
                  </a:cubicBezTo>
                  <a:cubicBezTo>
                    <a:pt x="0" y="14265"/>
                    <a:pt x="14265" y="0"/>
                    <a:pt x="31861" y="0"/>
                  </a:cubicBezTo>
                  <a:cubicBezTo>
                    <a:pt x="49458" y="0"/>
                    <a:pt x="63722" y="14265"/>
                    <a:pt x="63722" y="3186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xmlns="" id="{914EC720-9A79-4D18-8746-AE0BDD325E79}"/>
                </a:ext>
              </a:extLst>
            </p:cNvPr>
            <p:cNvSpPr/>
            <p:nvPr/>
          </p:nvSpPr>
          <p:spPr>
            <a:xfrm>
              <a:off x="5205276" y="3589420"/>
              <a:ext cx="38100" cy="200025"/>
            </a:xfrm>
            <a:custGeom>
              <a:avLst/>
              <a:gdLst>
                <a:gd name="connsiteX0" fmla="*/ 19050 w 38100"/>
                <a:gd name="connsiteY0" fmla="*/ 0 h 200025"/>
                <a:gd name="connsiteX1" fmla="*/ 0 w 38100"/>
                <a:gd name="connsiteY1" fmla="*/ 19050 h 200025"/>
                <a:gd name="connsiteX2" fmla="*/ 0 w 38100"/>
                <a:gd name="connsiteY2" fmla="*/ 180975 h 200025"/>
                <a:gd name="connsiteX3" fmla="*/ 19050 w 38100"/>
                <a:gd name="connsiteY3" fmla="*/ 200025 h 200025"/>
                <a:gd name="connsiteX4" fmla="*/ 38100 w 38100"/>
                <a:gd name="connsiteY4" fmla="*/ 180975 h 200025"/>
                <a:gd name="connsiteX5" fmla="*/ 38100 w 38100"/>
                <a:gd name="connsiteY5" fmla="*/ 19050 h 200025"/>
                <a:gd name="connsiteX6" fmla="*/ 19050 w 38100"/>
                <a:gd name="connsiteY6" fmla="*/ 0 h 200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100" h="200025">
                  <a:moveTo>
                    <a:pt x="19050" y="0"/>
                  </a:moveTo>
                  <a:cubicBezTo>
                    <a:pt x="8534" y="0"/>
                    <a:pt x="0" y="8534"/>
                    <a:pt x="0" y="19050"/>
                  </a:cubicBezTo>
                  <a:lnTo>
                    <a:pt x="0" y="180975"/>
                  </a:lnTo>
                  <a:cubicBezTo>
                    <a:pt x="0" y="191491"/>
                    <a:pt x="8534" y="200025"/>
                    <a:pt x="19050" y="200025"/>
                  </a:cubicBezTo>
                  <a:cubicBezTo>
                    <a:pt x="29566" y="200025"/>
                    <a:pt x="38100" y="191491"/>
                    <a:pt x="38100" y="180975"/>
                  </a:cubicBezTo>
                  <a:lnTo>
                    <a:pt x="38100" y="19050"/>
                  </a:lnTo>
                  <a:cubicBezTo>
                    <a:pt x="38100" y="8525"/>
                    <a:pt x="29566" y="0"/>
                    <a:pt x="1905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126565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xmlns="" id="{391097BE-A044-49F5-B5CA-AE183B9565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545" y="1813207"/>
            <a:ext cx="4142509" cy="2093975"/>
          </a:xfrm>
        </p:spPr>
        <p:txBody>
          <a:bodyPr>
            <a:normAutofit/>
          </a:bodyPr>
          <a:lstStyle/>
          <a:p>
            <a:pPr algn="ctr"/>
            <a:r>
              <a:rPr lang="bg-BG" sz="3200" dirty="0" smtClean="0"/>
              <a:t>логиката </a:t>
            </a:r>
            <a:br>
              <a:rPr lang="bg-BG" sz="3200" dirty="0" smtClean="0"/>
            </a:br>
            <a:r>
              <a:rPr lang="bg-BG" sz="3200" dirty="0" smtClean="0"/>
              <a:t>на </a:t>
            </a:r>
            <a:r>
              <a:rPr lang="bg-BG" sz="3200" dirty="0"/>
              <a:t>един урок</a:t>
            </a:r>
            <a:endParaRPr lang="bg-BG" sz="3200" dirty="0"/>
          </a:p>
        </p:txBody>
      </p:sp>
      <p:grpSp>
        <p:nvGrpSpPr>
          <p:cNvPr id="10" name="Group 9" descr="Info">
            <a:extLst>
              <a:ext uri="{FF2B5EF4-FFF2-40B4-BE49-F238E27FC236}">
                <a16:creationId xmlns:a16="http://schemas.microsoft.com/office/drawing/2014/main" xmlns="" id="{04EACC33-3BBF-4195-8927-841FEBB364AD}"/>
              </a:ext>
            </a:extLst>
          </p:cNvPr>
          <p:cNvGrpSpPr/>
          <p:nvPr/>
        </p:nvGrpSpPr>
        <p:grpSpPr>
          <a:xfrm>
            <a:off x="4637454" y="2530474"/>
            <a:ext cx="803276" cy="803276"/>
            <a:chOff x="4914764" y="3319462"/>
            <a:chExt cx="619125" cy="619125"/>
          </a:xfrm>
          <a:solidFill>
            <a:schemeClr val="bg1"/>
          </a:solidFill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xmlns="" id="{400D0FC6-FE6C-422D-87EC-3F2A40F92771}"/>
                </a:ext>
              </a:extLst>
            </p:cNvPr>
            <p:cNvSpPr/>
            <p:nvPr/>
          </p:nvSpPr>
          <p:spPr>
            <a:xfrm>
              <a:off x="4914764" y="3319462"/>
              <a:ext cx="619125" cy="619125"/>
            </a:xfrm>
            <a:custGeom>
              <a:avLst/>
              <a:gdLst>
                <a:gd name="connsiteX0" fmla="*/ 309563 w 619125"/>
                <a:gd name="connsiteY0" fmla="*/ 0 h 619125"/>
                <a:gd name="connsiteX1" fmla="*/ 0 w 619125"/>
                <a:gd name="connsiteY1" fmla="*/ 309563 h 619125"/>
                <a:gd name="connsiteX2" fmla="*/ 309563 w 619125"/>
                <a:gd name="connsiteY2" fmla="*/ 619125 h 619125"/>
                <a:gd name="connsiteX3" fmla="*/ 619125 w 619125"/>
                <a:gd name="connsiteY3" fmla="*/ 309563 h 619125"/>
                <a:gd name="connsiteX4" fmla="*/ 309563 w 619125"/>
                <a:gd name="connsiteY4" fmla="*/ 0 h 619125"/>
                <a:gd name="connsiteX5" fmla="*/ 309563 w 619125"/>
                <a:gd name="connsiteY5" fmla="*/ 581025 h 619125"/>
                <a:gd name="connsiteX6" fmla="*/ 38100 w 619125"/>
                <a:gd name="connsiteY6" fmla="*/ 309563 h 619125"/>
                <a:gd name="connsiteX7" fmla="*/ 309563 w 619125"/>
                <a:gd name="connsiteY7" fmla="*/ 38100 h 619125"/>
                <a:gd name="connsiteX8" fmla="*/ 581025 w 619125"/>
                <a:gd name="connsiteY8" fmla="*/ 309563 h 619125"/>
                <a:gd name="connsiteX9" fmla="*/ 309563 w 619125"/>
                <a:gd name="connsiteY9" fmla="*/ 581025 h 619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19125" h="619125">
                  <a:moveTo>
                    <a:pt x="309563" y="0"/>
                  </a:moveTo>
                  <a:cubicBezTo>
                    <a:pt x="138875" y="0"/>
                    <a:pt x="0" y="138865"/>
                    <a:pt x="0" y="309563"/>
                  </a:cubicBezTo>
                  <a:cubicBezTo>
                    <a:pt x="0" y="480260"/>
                    <a:pt x="138875" y="619125"/>
                    <a:pt x="309563" y="619125"/>
                  </a:cubicBezTo>
                  <a:cubicBezTo>
                    <a:pt x="480250" y="619125"/>
                    <a:pt x="619125" y="480260"/>
                    <a:pt x="619125" y="309563"/>
                  </a:cubicBezTo>
                  <a:cubicBezTo>
                    <a:pt x="619125" y="138865"/>
                    <a:pt x="480250" y="0"/>
                    <a:pt x="309563" y="0"/>
                  </a:cubicBezTo>
                  <a:close/>
                  <a:moveTo>
                    <a:pt x="309563" y="581025"/>
                  </a:moveTo>
                  <a:cubicBezTo>
                    <a:pt x="159877" y="581025"/>
                    <a:pt x="38100" y="459248"/>
                    <a:pt x="38100" y="309563"/>
                  </a:cubicBezTo>
                  <a:cubicBezTo>
                    <a:pt x="38100" y="159877"/>
                    <a:pt x="159877" y="38100"/>
                    <a:pt x="309563" y="38100"/>
                  </a:cubicBezTo>
                  <a:cubicBezTo>
                    <a:pt x="459248" y="38100"/>
                    <a:pt x="581025" y="159877"/>
                    <a:pt x="581025" y="309563"/>
                  </a:cubicBezTo>
                  <a:cubicBezTo>
                    <a:pt x="581025" y="459248"/>
                    <a:pt x="459248" y="581025"/>
                    <a:pt x="309563" y="58102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xmlns="" id="{EADF13BE-BF58-43E3-9534-281EFDABF659}"/>
                </a:ext>
              </a:extLst>
            </p:cNvPr>
            <p:cNvSpPr/>
            <p:nvPr/>
          </p:nvSpPr>
          <p:spPr>
            <a:xfrm>
              <a:off x="5195751" y="3473729"/>
              <a:ext cx="57150" cy="57150"/>
            </a:xfrm>
            <a:custGeom>
              <a:avLst/>
              <a:gdLst>
                <a:gd name="connsiteX0" fmla="*/ 63722 w 57150"/>
                <a:gd name="connsiteY0" fmla="*/ 31861 h 57150"/>
                <a:gd name="connsiteX1" fmla="*/ 31861 w 57150"/>
                <a:gd name="connsiteY1" fmla="*/ 63722 h 57150"/>
                <a:gd name="connsiteX2" fmla="*/ 0 w 57150"/>
                <a:gd name="connsiteY2" fmla="*/ 31861 h 57150"/>
                <a:gd name="connsiteX3" fmla="*/ 31861 w 57150"/>
                <a:gd name="connsiteY3" fmla="*/ 0 h 57150"/>
                <a:gd name="connsiteX4" fmla="*/ 63722 w 57150"/>
                <a:gd name="connsiteY4" fmla="*/ 31861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150" h="57150">
                  <a:moveTo>
                    <a:pt x="63722" y="31861"/>
                  </a:moveTo>
                  <a:cubicBezTo>
                    <a:pt x="63722" y="49458"/>
                    <a:pt x="49458" y="63722"/>
                    <a:pt x="31861" y="63722"/>
                  </a:cubicBezTo>
                  <a:cubicBezTo>
                    <a:pt x="14265" y="63722"/>
                    <a:pt x="0" y="49458"/>
                    <a:pt x="0" y="31861"/>
                  </a:cubicBezTo>
                  <a:cubicBezTo>
                    <a:pt x="0" y="14265"/>
                    <a:pt x="14265" y="0"/>
                    <a:pt x="31861" y="0"/>
                  </a:cubicBezTo>
                  <a:cubicBezTo>
                    <a:pt x="49458" y="0"/>
                    <a:pt x="63722" y="14265"/>
                    <a:pt x="63722" y="3186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xmlns="" id="{914EC720-9A79-4D18-8746-AE0BDD325E79}"/>
                </a:ext>
              </a:extLst>
            </p:cNvPr>
            <p:cNvSpPr/>
            <p:nvPr/>
          </p:nvSpPr>
          <p:spPr>
            <a:xfrm>
              <a:off x="5205276" y="3589420"/>
              <a:ext cx="38100" cy="200025"/>
            </a:xfrm>
            <a:custGeom>
              <a:avLst/>
              <a:gdLst>
                <a:gd name="connsiteX0" fmla="*/ 19050 w 38100"/>
                <a:gd name="connsiteY0" fmla="*/ 0 h 200025"/>
                <a:gd name="connsiteX1" fmla="*/ 0 w 38100"/>
                <a:gd name="connsiteY1" fmla="*/ 19050 h 200025"/>
                <a:gd name="connsiteX2" fmla="*/ 0 w 38100"/>
                <a:gd name="connsiteY2" fmla="*/ 180975 h 200025"/>
                <a:gd name="connsiteX3" fmla="*/ 19050 w 38100"/>
                <a:gd name="connsiteY3" fmla="*/ 200025 h 200025"/>
                <a:gd name="connsiteX4" fmla="*/ 38100 w 38100"/>
                <a:gd name="connsiteY4" fmla="*/ 180975 h 200025"/>
                <a:gd name="connsiteX5" fmla="*/ 38100 w 38100"/>
                <a:gd name="connsiteY5" fmla="*/ 19050 h 200025"/>
                <a:gd name="connsiteX6" fmla="*/ 19050 w 38100"/>
                <a:gd name="connsiteY6" fmla="*/ 0 h 200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100" h="200025">
                  <a:moveTo>
                    <a:pt x="19050" y="0"/>
                  </a:moveTo>
                  <a:cubicBezTo>
                    <a:pt x="8534" y="0"/>
                    <a:pt x="0" y="8534"/>
                    <a:pt x="0" y="19050"/>
                  </a:cubicBezTo>
                  <a:lnTo>
                    <a:pt x="0" y="180975"/>
                  </a:lnTo>
                  <a:cubicBezTo>
                    <a:pt x="0" y="191491"/>
                    <a:pt x="8534" y="200025"/>
                    <a:pt x="19050" y="200025"/>
                  </a:cubicBezTo>
                  <a:cubicBezTo>
                    <a:pt x="29566" y="200025"/>
                    <a:pt x="38100" y="191491"/>
                    <a:pt x="38100" y="180975"/>
                  </a:cubicBezTo>
                  <a:lnTo>
                    <a:pt x="38100" y="19050"/>
                  </a:lnTo>
                  <a:cubicBezTo>
                    <a:pt x="38100" y="8525"/>
                    <a:pt x="29566" y="0"/>
                    <a:pt x="1905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3" name="Правоъгълник 2"/>
          <p:cNvSpPr/>
          <p:nvPr/>
        </p:nvSpPr>
        <p:spPr>
          <a:xfrm>
            <a:off x="7135087" y="750564"/>
            <a:ext cx="436418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bg-BG" sz="2400" dirty="0" smtClean="0"/>
              <a:t>Въвеждане </a:t>
            </a:r>
          </a:p>
        </p:txBody>
      </p:sp>
      <p:sp>
        <p:nvSpPr>
          <p:cNvPr id="14" name="Правоъгълник 13"/>
          <p:cNvSpPr/>
          <p:nvPr/>
        </p:nvSpPr>
        <p:spPr>
          <a:xfrm>
            <a:off x="7135087" y="3098372"/>
            <a:ext cx="436418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bg-BG" sz="2400" dirty="0" smtClean="0"/>
              <a:t>Активна работа с учениците</a:t>
            </a:r>
          </a:p>
        </p:txBody>
      </p:sp>
      <p:sp>
        <p:nvSpPr>
          <p:cNvPr id="15" name="Правоъгълник 14"/>
          <p:cNvSpPr/>
          <p:nvPr/>
        </p:nvSpPr>
        <p:spPr>
          <a:xfrm>
            <a:off x="7135087" y="1539487"/>
            <a:ext cx="436418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bg-BG" sz="2400" dirty="0" smtClean="0"/>
              <a:t>Цели</a:t>
            </a:r>
          </a:p>
        </p:txBody>
      </p:sp>
      <p:sp>
        <p:nvSpPr>
          <p:cNvPr id="16" name="Правоъгълник 15"/>
          <p:cNvSpPr/>
          <p:nvPr/>
        </p:nvSpPr>
        <p:spPr>
          <a:xfrm>
            <a:off x="7135087" y="2327708"/>
            <a:ext cx="436418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bg-BG" sz="2400" dirty="0" smtClean="0"/>
              <a:t>Начална проверка</a:t>
            </a:r>
            <a:endParaRPr lang="bg-BG" sz="2400" dirty="0"/>
          </a:p>
        </p:txBody>
      </p:sp>
      <p:sp>
        <p:nvSpPr>
          <p:cNvPr id="17" name="Правоъгълник 16"/>
          <p:cNvSpPr/>
          <p:nvPr/>
        </p:nvSpPr>
        <p:spPr>
          <a:xfrm>
            <a:off x="7135087" y="4663381"/>
            <a:ext cx="436418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bg-BG" sz="2400" dirty="0" smtClean="0"/>
              <a:t>Обобщение</a:t>
            </a:r>
            <a:endParaRPr lang="bg-BG" sz="2400" dirty="0"/>
          </a:p>
        </p:txBody>
      </p:sp>
      <p:sp>
        <p:nvSpPr>
          <p:cNvPr id="18" name="Правоъгълник 17"/>
          <p:cNvSpPr/>
          <p:nvPr/>
        </p:nvSpPr>
        <p:spPr>
          <a:xfrm>
            <a:off x="7135087" y="3855336"/>
            <a:ext cx="436418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bg-BG" sz="2400" dirty="0" smtClean="0"/>
              <a:t>Проверка на напредъка</a:t>
            </a:r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9673" y="587331"/>
            <a:ext cx="537658" cy="46208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9587222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xmlns="" id="{416A0E3C-60E6-4F39-BC55-5F7C224E1F7C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xmlns="" id="{C5025DAC-8B93-4160-B017-3A274A5828C0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CxnSpPr>
        <p:spPr>
          <a:xfrm>
            <a:off x="1193532" y="1897380"/>
            <a:ext cx="996696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xmlns="" id="{990D0034-F768-41E7-85D4-F38C4DE85770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xmlns="" id="{8146B020-2B12-4533-AB98-A078339B31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850" y="1441587"/>
            <a:ext cx="3521122" cy="90253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bg-BG" dirty="0">
                <a:solidFill>
                  <a:schemeClr val="tx1"/>
                </a:solidFill>
              </a:rPr>
              <a:t>Цели на проекта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xmlns="" id="{5A0A5CF6-407C-4691-8122-49DF69D0020D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CxnSpPr>
        <p:spPr>
          <a:xfrm>
            <a:off x="590927" y="2633962"/>
            <a:ext cx="283464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xmlns="" id="{F3D22D53-586E-4F80-B549-03B4A942D8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7850" y="2790855"/>
            <a:ext cx="3521122" cy="3311766"/>
          </a:xfrm>
        </p:spPr>
        <p:txBody>
          <a:bodyPr vert="horz" lIns="0" tIns="45720" rIns="0" bIns="45720" rtlCol="0">
            <a:normAutofit fontScale="85000" lnSpcReduction="10000"/>
          </a:bodyPr>
          <a:lstStyle/>
          <a:p>
            <a:r>
              <a:rPr lang="ru-RU" dirty="0" smtClean="0">
                <a:latin typeface="+mj-lt"/>
              </a:rPr>
              <a:t>Адаптиране </a:t>
            </a:r>
            <a:r>
              <a:rPr lang="ru-RU" dirty="0">
                <a:latin typeface="+mj-lt"/>
              </a:rPr>
              <a:t>на учебните програми към спецификата на нашето училище</a:t>
            </a:r>
          </a:p>
          <a:p>
            <a:r>
              <a:rPr lang="ru-RU" dirty="0" smtClean="0">
                <a:latin typeface="+mj-lt"/>
              </a:rPr>
              <a:t>Въвеждане </a:t>
            </a:r>
            <a:r>
              <a:rPr lang="ru-RU" dirty="0">
                <a:latin typeface="+mj-lt"/>
              </a:rPr>
              <a:t>на иновационни подходи и реализация на работа по алгоритъм</a:t>
            </a:r>
          </a:p>
          <a:p>
            <a:r>
              <a:rPr lang="ru-RU" dirty="0" smtClean="0">
                <a:latin typeface="+mj-lt"/>
              </a:rPr>
              <a:t>Фокус </a:t>
            </a:r>
            <a:r>
              <a:rPr lang="ru-RU" dirty="0">
                <a:latin typeface="+mj-lt"/>
              </a:rPr>
              <a:t>върху индивидуалните потребности и мотивиращо обучение</a:t>
            </a:r>
          </a:p>
        </p:txBody>
      </p:sp>
      <p:pic>
        <p:nvPicPr>
          <p:cNvPr id="9" name="Picture Placeholder 8" descr="A picture containing object that represents mission, goal&#10;">
            <a:extLst>
              <a:ext uri="{FF2B5EF4-FFF2-40B4-BE49-F238E27FC236}">
                <a16:creationId xmlns:a16="http://schemas.microsoft.com/office/drawing/2014/main" xmlns="" id="{8CFBDF6E-78AD-4FBA-9B07-1F98608A8B28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30701" r="2" b="2295"/>
          <a:stretch/>
        </p:blipFill>
        <p:spPr>
          <a:xfrm>
            <a:off x="4080728" y="10"/>
            <a:ext cx="8111272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32248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xmlns="" id="{10A5C30F-185D-413F-9005-B41DD0FA0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Алгоритъм</a:t>
            </a:r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xmlns="" id="{40FC70B0-5D08-4BDC-852E-3FD7214DA9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71015" y="723900"/>
            <a:ext cx="5186597" cy="4642517"/>
          </a:xfrm>
        </p:spPr>
        <p:txBody>
          <a:bodyPr numCol="1">
            <a:normAutofit lnSpcReduction="10000"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bg-BG" b="1" dirty="0"/>
              <a:t>Анализ на рамковия учебен план (рамкова програма)</a:t>
            </a:r>
            <a:endParaRPr lang="en-US" b="1" dirty="0"/>
          </a:p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b="1" dirty="0" smtClean="0"/>
              <a:t>Групиране </a:t>
            </a:r>
            <a:r>
              <a:rPr lang="ru-RU" b="1" dirty="0"/>
              <a:t>по </a:t>
            </a:r>
            <a:r>
              <a:rPr lang="ru-RU" b="1" dirty="0" smtClean="0"/>
              <a:t>теория/практика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bg-BG" b="1" dirty="0"/>
              <a:t>Формулиране на цели и задачи по </a:t>
            </a:r>
            <a:r>
              <a:rPr lang="bg-BG" b="1" dirty="0" smtClean="0"/>
              <a:t>предмети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endParaRPr lang="bg-BG" b="1" dirty="0" smtClean="0"/>
          </a:p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bg-BG" b="1" dirty="0"/>
              <a:t>Формулиране на цели и задачи по </a:t>
            </a:r>
            <a:r>
              <a:rPr lang="bg-BG" b="1" dirty="0" smtClean="0"/>
              <a:t>предмети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endParaRPr lang="bg-BG" b="1" dirty="0" smtClean="0"/>
          </a:p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bg-BG" b="1" dirty="0"/>
              <a:t>MoSCoW анализ на </a:t>
            </a:r>
            <a:r>
              <a:rPr lang="bg-BG" b="1" dirty="0" smtClean="0"/>
              <a:t>съдържание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endParaRPr lang="bg-BG" b="1" dirty="0" smtClean="0"/>
          </a:p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bg-BG" b="1" dirty="0"/>
              <a:t>Разбиване на програмата на занятия (уроци</a:t>
            </a:r>
            <a:r>
              <a:rPr lang="bg-BG" b="1" dirty="0" smtClean="0"/>
              <a:t>)</a:t>
            </a:r>
          </a:p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 lang="bg-BG" b="1" dirty="0" smtClean="0"/>
          </a:p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bg-BG" b="1" dirty="0"/>
              <a:t>Синхронизиране на теория и </a:t>
            </a:r>
            <a:r>
              <a:rPr lang="bg-BG" b="1" dirty="0" smtClean="0"/>
              <a:t>практика</a:t>
            </a:r>
          </a:p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 lang="bg-BG" b="1" dirty="0" smtClean="0"/>
          </a:p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bg-BG" b="1" dirty="0" smtClean="0"/>
              <a:t>Разработване </a:t>
            </a:r>
            <a:r>
              <a:rPr lang="bg-BG" b="1" dirty="0"/>
              <a:t>на </a:t>
            </a:r>
            <a:r>
              <a:rPr lang="bg-BG" b="1" dirty="0" smtClean="0"/>
              <a:t>уроците</a:t>
            </a:r>
            <a:endParaRPr lang="bg-BG" b="1" dirty="0"/>
          </a:p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endParaRPr lang="bg-BG" b="1" dirty="0" smtClean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5763" y="774704"/>
            <a:ext cx="402712" cy="402712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45763" y="1999016"/>
            <a:ext cx="402712" cy="402712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45763" y="3099750"/>
            <a:ext cx="402712" cy="402712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45763" y="2551438"/>
            <a:ext cx="402712" cy="402712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45763" y="3620766"/>
            <a:ext cx="402712" cy="402712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45763" y="4742546"/>
            <a:ext cx="402712" cy="402712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45763" y="4181656"/>
            <a:ext cx="402712" cy="402712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45763" y="1422808"/>
            <a:ext cx="402712" cy="402712"/>
          </a:xfrm>
          <a:prstGeom prst="rect">
            <a:avLst/>
          </a:prstGeom>
        </p:spPr>
      </p:pic>
      <p:sp>
        <p:nvSpPr>
          <p:cNvPr id="19" name="Content Placeholder 9">
            <a:extLst>
              <a:ext uri="{FF2B5EF4-FFF2-40B4-BE49-F238E27FC236}">
                <a16:creationId xmlns:a16="http://schemas.microsoft.com/office/drawing/2014/main" xmlns="" id="{40FC70B0-5D08-4BDC-852E-3FD7214DA9BD}"/>
              </a:ext>
            </a:extLst>
          </p:cNvPr>
          <p:cNvSpPr txBox="1">
            <a:spLocks/>
          </p:cNvSpPr>
          <p:nvPr/>
        </p:nvSpPr>
        <p:spPr>
          <a:xfrm>
            <a:off x="5545762" y="5148105"/>
            <a:ext cx="5440685" cy="1554564"/>
          </a:xfrm>
          <a:prstGeom prst="rect">
            <a:avLst/>
          </a:prstGeom>
        </p:spPr>
        <p:txBody>
          <a:bodyPr vert="horz" lIns="0" tIns="45720" rIns="0" bIns="45720" numCol="1" rtlCol="0" anchor="ctr">
            <a:normAutofit/>
          </a:bodyPr>
          <a:lstStyle>
            <a:lvl1pPr marL="266700" indent="-2667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Wingdings" panose="05000000000000000000" pitchFamily="2" charset="2"/>
              <a:buChar char="§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bg-BG" b="1" dirty="0">
                <a:solidFill>
                  <a:schemeClr val="accent1">
                    <a:lumMod val="75000"/>
                  </a:schemeClr>
                </a:solidFill>
              </a:rPr>
              <a:t>Целият процес се осъществява в екип от преподаватели. Всеки етап преминава през обсъждания, корекции и обратна </a:t>
            </a:r>
            <a:r>
              <a:rPr lang="bg-BG" b="1" dirty="0" smtClean="0">
                <a:solidFill>
                  <a:schemeClr val="accent1">
                    <a:lumMod val="75000"/>
                  </a:schemeClr>
                </a:solidFill>
              </a:rPr>
              <a:t>връзка.</a:t>
            </a:r>
          </a:p>
        </p:txBody>
      </p:sp>
    </p:spTree>
    <p:extLst>
      <p:ext uri="{BB962C8B-B14F-4D97-AF65-F5344CB8AC3E}">
        <p14:creationId xmlns:p14="http://schemas.microsoft.com/office/powerpoint/2010/main" val="26673185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xmlns="" id="{4613E22E-01DB-414D-9831-64C0E2A8B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bg-BG" dirty="0" smtClean="0"/>
              <a:t>Предимства</a:t>
            </a:r>
            <a:endParaRPr lang="en-US" dirty="0"/>
          </a:p>
        </p:txBody>
      </p:sp>
      <p:graphicFrame>
        <p:nvGraphicFramePr>
          <p:cNvPr id="18" name="Content Placeholder 7" descr="This is agenda slide with icons and texts">
            <a:extLst>
              <a:ext uri="{FF2B5EF4-FFF2-40B4-BE49-F238E27FC236}">
                <a16:creationId xmlns:a16="http://schemas.microsoft.com/office/drawing/2014/main" xmlns="" id="{8DB202CD-67CB-4F55-926C-FEA75DA63B3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06218349"/>
              </p:ext>
            </p:extLst>
          </p:nvPr>
        </p:nvGraphicFramePr>
        <p:xfrm>
          <a:off x="1096963" y="2098515"/>
          <a:ext cx="10058400" cy="37860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8160565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xmlns="" id="{75DA682D-7AC5-48E0-993B-AB3F027355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bg-BG" dirty="0"/>
              <a:t>Резултати и очаквания</a:t>
            </a:r>
            <a:endParaRPr lang="en-IN" dirty="0"/>
          </a:p>
        </p:txBody>
      </p:sp>
      <p:graphicFrame>
        <p:nvGraphicFramePr>
          <p:cNvPr id="8" name="Content Placeholder 5" descr="This is agenda slide with icons and texts">
            <a:extLst>
              <a:ext uri="{FF2B5EF4-FFF2-40B4-BE49-F238E27FC236}">
                <a16:creationId xmlns:a16="http://schemas.microsoft.com/office/drawing/2014/main" xmlns="" id="{11C77D7C-7B20-41EB-B25D-E388EB34156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82772772"/>
              </p:ext>
            </p:extLst>
          </p:nvPr>
        </p:nvGraphicFramePr>
        <p:xfrm>
          <a:off x="1096963" y="2098515"/>
          <a:ext cx="10058400" cy="37860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801545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xmlns="" id="{E444079D-629C-4C44-8DB6-B4B5E7C540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858" y="4578350"/>
            <a:ext cx="10113645" cy="743682"/>
          </a:xfrm>
        </p:spPr>
        <p:txBody>
          <a:bodyPr/>
          <a:lstStyle/>
          <a:p>
            <a:r>
              <a:rPr lang="bg-BG" dirty="0"/>
              <a:t>Покана за сътрудничество</a:t>
            </a:r>
            <a:endParaRPr lang="en-US" dirty="0"/>
          </a:p>
        </p:txBody>
      </p:sp>
      <p:pic>
        <p:nvPicPr>
          <p:cNvPr id="3" name="Picture Placeholder 2"/>
          <p:cNvPicPr>
            <a:picLocks noGrp="1" noChangeAspect="1"/>
          </p:cNvPicPr>
          <p:nvPr>
            <p:ph type="pic" idx="1"/>
          </p:nvPr>
        </p:nvPicPr>
        <p:blipFill>
          <a:blip r:embed="rId3"/>
          <a:srcRect t="21871" b="21871"/>
          <a:stretch>
            <a:fillRect/>
          </a:stretch>
        </p:blipFill>
        <p:spPr>
          <a:prstGeom prst="rect">
            <a:avLst/>
          </a:prstGeom>
        </p:spPr>
      </p:pic>
      <p:sp>
        <p:nvSpPr>
          <p:cNvPr id="6" name="Content Placeholder 6">
            <a:extLst>
              <a:ext uri="{FF2B5EF4-FFF2-40B4-BE49-F238E27FC236}">
                <a16:creationId xmlns:a16="http://schemas.microsoft.com/office/drawing/2014/main" xmlns="" id="{59B328BF-1AD6-4365-B1FE-A5A396732871}"/>
              </a:ext>
            </a:extLst>
          </p:cNvPr>
          <p:cNvSpPr txBox="1">
            <a:spLocks/>
          </p:cNvSpPr>
          <p:nvPr/>
        </p:nvSpPr>
        <p:spPr>
          <a:xfrm>
            <a:off x="797682" y="5322032"/>
            <a:ext cx="10235821" cy="1314956"/>
          </a:xfrm>
          <a:prstGeom prst="rect">
            <a:avLst/>
          </a:prstGeom>
          <a:noFill/>
        </p:spPr>
        <p:txBody>
          <a:bodyPr vert="horz" lIns="0" tIns="45720" rIns="0" bIns="45720" rtlCol="0" anchor="t">
            <a:normAutofit lnSpcReduction="10000"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Wingdings" panose="05000000000000000000" pitchFamily="2" charset="2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" panose="05000000000000000000" pitchFamily="2" charset="2"/>
              <a:buNone/>
              <a:defRPr sz="2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" panose="05000000000000000000" pitchFamily="2" charset="2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" panose="05000000000000000000" pitchFamily="2" charset="2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" panose="05000000000000000000" pitchFamily="2" charset="2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ru-RU" dirty="0" smtClean="0">
                <a:solidFill>
                  <a:schemeClr val="bg1"/>
                </a:solidFill>
                <a:latin typeface="+mj-lt"/>
              </a:rPr>
              <a:t>Работа в екип – поделена отговорност и идеи</a:t>
            </a:r>
          </a:p>
          <a:p>
            <a:pPr algn="ctr"/>
            <a:r>
              <a:rPr lang="ru-RU" dirty="0" smtClean="0">
                <a:solidFill>
                  <a:schemeClr val="bg1"/>
                </a:solidFill>
                <a:latin typeface="+mj-lt"/>
              </a:rPr>
              <a:t>Дискусия, споделяне на опит, постоянно усъвършенстване</a:t>
            </a:r>
          </a:p>
          <a:p>
            <a:pPr algn="ctr"/>
            <a:r>
              <a:rPr lang="ru-RU" dirty="0" smtClean="0">
                <a:solidFill>
                  <a:schemeClr val="bg1"/>
                </a:solidFill>
                <a:latin typeface="+mj-lt"/>
              </a:rPr>
              <a:t>Общи следващи стъпки</a:t>
            </a:r>
          </a:p>
          <a:p>
            <a:endParaRPr lang="en-US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32324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xmlns="" id="{39E3965E-AC41-4711-9D10-E25ABB132D8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xmlns="" id="{1F5DC8C3-BA5F-4EED-BB9A-A14272BD82A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CxnSpPr>
        <p:spPr>
          <a:xfrm>
            <a:off x="1207658" y="4474741"/>
            <a:ext cx="987552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xmlns="" id="{FBDCECDC-EEE3-4128-AA5E-82A8C08796E8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1507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xmlns="" id="{5365BF64-4B30-4125-9A30-A1B08C80ED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1695" y="801177"/>
            <a:ext cx="11723427" cy="235829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bg-BG" sz="6000" dirty="0">
                <a:solidFill>
                  <a:srgbClr val="FFFFFF"/>
                </a:solidFill>
                <a:latin typeface="+mj-lt"/>
              </a:rPr>
              <a:t>Благодаря за вниманието!</a:t>
            </a:r>
            <a:endParaRPr lang="en-US" sz="6000" dirty="0">
              <a:solidFill>
                <a:srgbClr val="FFFFFF"/>
              </a:solidFill>
              <a:latin typeface="+mj-lt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xmlns="" id="{4260EDE0-989C-4E16-AF94-F652294D828E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 bwMode="white">
          <a:xfrm>
            <a:off x="1507" y="4953000"/>
            <a:ext cx="12188952" cy="1905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xmlns="" id="{D4305886-8ACA-4ED6-AA5B-215F6D741C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0051" y="5225240"/>
            <a:ext cx="10058400" cy="1143000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ru-RU" sz="2400" cap="all" spc="200" dirty="0">
                <a:solidFill>
                  <a:srgbClr val="FFFFFF"/>
                </a:solidFill>
              </a:rPr>
              <a:t>Очаквам вашите въпроси, идеи и предложения.</a:t>
            </a:r>
            <a:endParaRPr lang="en-US" sz="2400" cap="all" spc="2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79713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RetrospectVTI">
  <a:themeElements>
    <a:clrScheme name="Retrospect">
      <a:dk1>
        <a:sysClr val="windowText" lastClr="000000"/>
      </a:dk1>
      <a:lt1>
        <a:sysClr val="window" lastClr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Classic Company All Hands_Win32_MS v3" id="{1F352A5D-0EBE-49A2-9FF7-DEF81AB6F3C6}" vid="{D35781EA-2188-4D84-8966-791644CE134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fa6e671f1cd7e4d96ff9652be322dd5e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4e2496f70b101db0b8013f30a071bbf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4E879E6-8FFE-4154-8F2A-F7518B89B376}">
  <ds:schemaRefs>
    <ds:schemaRef ds:uri="16c05727-aa75-4e4a-9b5f-8a80a1165891"/>
    <ds:schemaRef ds:uri="http://schemas.microsoft.com/office/2006/documentManagement/types"/>
    <ds:schemaRef ds:uri="http://schemas.microsoft.com/office/2006/metadata/properties"/>
    <ds:schemaRef ds:uri="http://purl.org/dc/elements/1.1/"/>
    <ds:schemaRef ds:uri="http://schemas.microsoft.com/office/infopath/2007/PartnerControls"/>
    <ds:schemaRef ds:uri="http://purl.org/dc/terms/"/>
    <ds:schemaRef ds:uri="http://schemas.openxmlformats.org/package/2006/metadata/core-properties"/>
    <ds:schemaRef ds:uri="71af3243-3dd4-4a8d-8c0d-dd76da1f02a5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7E0A2CB4-6869-426F-8BC4-A32C90CBE26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941CA7C-A0BF-44EF-B2E5-7539C3B9B0B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Classic company all hands presentation</Template>
  <TotalTime>0</TotalTime>
  <Words>1028</Words>
  <Application>Microsoft Office PowerPoint</Application>
  <PresentationFormat>По избор</PresentationFormat>
  <Paragraphs>117</Paragraphs>
  <Slides>12</Slides>
  <Notes>12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Заглавия на слайдовете</vt:lpstr>
      </vt:variant>
      <vt:variant>
        <vt:i4>12</vt:i4>
      </vt:variant>
    </vt:vector>
  </HeadingPairs>
  <TitlesOfParts>
    <vt:vector size="13" baseType="lpstr">
      <vt:lpstr>RetrospectVTI</vt:lpstr>
      <vt:lpstr>ИРИДА:</vt:lpstr>
      <vt:lpstr>подготовката на урок е разпръсната</vt:lpstr>
      <vt:lpstr>кратко определение</vt:lpstr>
      <vt:lpstr>Три нива на работа</vt:lpstr>
      <vt:lpstr>пътят  от учебната програма  до урока</vt:lpstr>
      <vt:lpstr>логиката  на един урок</vt:lpstr>
      <vt:lpstr>Цели на проекта</vt:lpstr>
      <vt:lpstr>Алгоритъм</vt:lpstr>
      <vt:lpstr>Предимства</vt:lpstr>
      <vt:lpstr>Резултати и очаквания</vt:lpstr>
      <vt:lpstr>Покана за сътрудничество</vt:lpstr>
      <vt:lpstr>Благодаря за вниманието!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2025-07-02T19:04:35Z</dcterms:created>
  <dcterms:modified xsi:type="dcterms:W3CDTF">2026-09-28T08:05:30Z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